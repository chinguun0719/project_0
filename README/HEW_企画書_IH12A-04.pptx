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256" r:id="rId5"/>
  </p:sldIdLst>
  <p:sldSz cx="6858000" cy="9144000" type="screen4x3"/>
  <p:notesSz cx="6858000" cy="9144000"/>
  <p:defaultTextStyle>
    <a:defPPr>
      <a:defRPr lang="ja-JP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77C807-BBFF-4CD2-AAAF-23382D0022AC}" v="1" dt="2026-07-09T02:17:27.36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3764" autoAdjust="0"/>
    <p:restoredTop sz="96135" autoAdjust="0"/>
  </p:normalViewPr>
  <p:slideViewPr>
    <p:cSldViewPr>
      <p:cViewPr varScale="1">
        <p:scale>
          <a:sx n="82" d="100"/>
          <a:sy n="82" d="100"/>
        </p:scale>
        <p:origin x="176" y="72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IH12A23316 中山彩乃" userId="S::ths50438@ths.hal.ac.jp::f070ef7b-f617-40f2-a4ef-e5a4aa384f89" providerId="AD" clId="Web-{8477C807-BBFF-4CD2-AAAF-23382D0022AC}"/>
    <pc:docChg chg="modSld">
      <pc:chgData name="THIH12A23316 中山彩乃" userId="S::ths50438@ths.hal.ac.jp::f070ef7b-f617-40f2-a4ef-e5a4aa384f89" providerId="AD" clId="Web-{8477C807-BBFF-4CD2-AAAF-23382D0022AC}" dt="2026-07-09T02:17:27.365" v="0" actId="1076"/>
      <pc:docMkLst>
        <pc:docMk/>
      </pc:docMkLst>
      <pc:sldChg chg="modSp">
        <pc:chgData name="THIH12A23316 中山彩乃" userId="S::ths50438@ths.hal.ac.jp::f070ef7b-f617-40f2-a4ef-e5a4aa384f89" providerId="AD" clId="Web-{8477C807-BBFF-4CD2-AAAF-23382D0022AC}" dt="2026-07-09T02:17:27.365" v="0" actId="1076"/>
        <pc:sldMkLst>
          <pc:docMk/>
          <pc:sldMk cId="0" sldId="256"/>
        </pc:sldMkLst>
        <pc:spChg chg="mod">
          <ac:chgData name="THIH12A23316 中山彩乃" userId="S::ths50438@ths.hal.ac.jp::f070ef7b-f617-40f2-a4ef-e5a4aa384f89" providerId="AD" clId="Web-{8477C807-BBFF-4CD2-AAAF-23382D0022AC}" dt="2026-07-09T02:17:27.365" v="0" actId="1076"/>
          <ac:spMkLst>
            <pc:docMk/>
            <pc:sldMk cId="0" sldId="256"/>
            <ac:spMk id="1435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CE08EFCB-2028-C044-FBE0-FF98A3A0B29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Arial" charset="0"/>
                <a:ea typeface="ＭＳ Ｐゴシック" panose="020B0600070205080204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1B4E0C38-7014-1DD8-F962-F9A0A587E6CE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Arial" charset="0"/>
                <a:ea typeface="ＭＳ Ｐゴシック" panose="020B0600070205080204" pitchFamily="50" charset="-128"/>
              </a:defRPr>
            </a:lvl1pPr>
          </a:lstStyle>
          <a:p>
            <a:pPr>
              <a:defRPr/>
            </a:pPr>
            <a:fld id="{7BFE3A3E-C414-E347-8DFD-43707C46024D}" type="datetimeFigureOut">
              <a:rPr lang="ja-JP" altLang="en-US"/>
              <a:pPr>
                <a:defRPr/>
              </a:pPr>
              <a:t>2026/7/8</a:t>
            </a:fld>
            <a:endParaRPr lang="en-US" altLang="ja-JP"/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693AB8C3-906D-2060-BF5A-88BB567E945D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143125" y="685800"/>
            <a:ext cx="257175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41" name="Rectangle 5">
            <a:extLst>
              <a:ext uri="{FF2B5EF4-FFF2-40B4-BE49-F238E27FC236}">
                <a16:creationId xmlns:a16="http://schemas.microsoft.com/office/drawing/2014/main" id="{02F1FE4B-0B68-5F5D-7893-1EF57645E4CB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noProof="0"/>
              <a:t>マスタ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</a:p>
        </p:txBody>
      </p:sp>
      <p:sp>
        <p:nvSpPr>
          <p:cNvPr id="14342" name="Rectangle 6">
            <a:extLst>
              <a:ext uri="{FF2B5EF4-FFF2-40B4-BE49-F238E27FC236}">
                <a16:creationId xmlns:a16="http://schemas.microsoft.com/office/drawing/2014/main" id="{2FA9BB20-D967-2F5F-A5D9-4045C88CCB0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Arial" charset="0"/>
                <a:ea typeface="ＭＳ Ｐゴシック" panose="020B0600070205080204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4343" name="Rectangle 7">
            <a:extLst>
              <a:ext uri="{FF2B5EF4-FFF2-40B4-BE49-F238E27FC236}">
                <a16:creationId xmlns:a16="http://schemas.microsoft.com/office/drawing/2014/main" id="{7823AA29-8035-A0F6-CC47-B00ABA567E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AEF7AC6D-F213-1B40-A437-6F3A08338380}" type="slidenum">
              <a:rPr lang="ja-JP" altLang="en-US"/>
              <a:pPr>
                <a:defRPr/>
              </a:pPr>
              <a:t>‹#›</a:t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Calibri" pitchFamily="34" charset="0"/>
        <a:ea typeface="ＭＳ Ｐゴシック" pitchFamily="50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Calibri" pitchFamily="34" charset="0"/>
        <a:ea typeface="ＭＳ Ｐゴシック" pitchFamily="50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Calibri" pitchFamily="34" charset="0"/>
        <a:ea typeface="ＭＳ Ｐゴシック" pitchFamily="50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Calibri" pitchFamily="34" charset="0"/>
        <a:ea typeface="ＭＳ Ｐゴシック" pitchFamily="50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Calibri" pitchFamily="34" charset="0"/>
        <a:ea typeface="ＭＳ Ｐゴシック" pitchFamily="50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>
            <a:extLst>
              <a:ext uri="{FF2B5EF4-FFF2-40B4-BE49-F238E27FC236}">
                <a16:creationId xmlns:a16="http://schemas.microsoft.com/office/drawing/2014/main" id="{BE528604-5D91-472D-9346-816B1378C5E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2" name="Rectangle 3">
            <a:extLst>
              <a:ext uri="{FF2B5EF4-FFF2-40B4-BE49-F238E27FC236}">
                <a16:creationId xmlns:a16="http://schemas.microsoft.com/office/drawing/2014/main" id="{96AE39A9-91DA-08B1-9BF2-7308C83FEF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ja-JP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/>
              <a:t>マスタ サブタイトルの書式設定</a:t>
            </a:r>
          </a:p>
        </p:txBody>
      </p:sp>
      <p:sp>
        <p:nvSpPr>
          <p:cNvPr id="4" name="日付プレースホルダ 3">
            <a:extLst>
              <a:ext uri="{FF2B5EF4-FFF2-40B4-BE49-F238E27FC236}">
                <a16:creationId xmlns:a16="http://schemas.microsoft.com/office/drawing/2014/main" id="{D0366D51-89CA-E4FC-0C6B-AF0DEFB1D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EA4658-8806-C549-8D9E-15B4DDAEF378}" type="datetimeFigureOut">
              <a:rPr lang="ja-JP" altLang="en-US"/>
              <a:pPr>
                <a:defRPr/>
              </a:pPr>
              <a:t>2026/7/8</a:t>
            </a:fld>
            <a:endParaRPr lang="ja-JP" altLang="en-US"/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C239CEA2-FC1F-DE3E-45B3-70AD055BA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>
            <a:extLst>
              <a:ext uri="{FF2B5EF4-FFF2-40B4-BE49-F238E27FC236}">
                <a16:creationId xmlns:a16="http://schemas.microsoft.com/office/drawing/2014/main" id="{9FDD4109-EF86-146D-8E1A-AB474CCA9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274ED3-6819-BD45-8EFD-AB5BF807AF98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3018808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 3">
            <a:extLst>
              <a:ext uri="{FF2B5EF4-FFF2-40B4-BE49-F238E27FC236}">
                <a16:creationId xmlns:a16="http://schemas.microsoft.com/office/drawing/2014/main" id="{824685D0-7C2A-4E95-D4CD-99C5B9F63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37B21E-0800-AF48-850C-0ABF371C8335}" type="datetimeFigureOut">
              <a:rPr lang="ja-JP" altLang="en-US"/>
              <a:pPr>
                <a:defRPr/>
              </a:pPr>
              <a:t>2026/7/8</a:t>
            </a:fld>
            <a:endParaRPr lang="ja-JP" altLang="en-US"/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D0B99497-604A-C528-657B-87D8CE2A7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>
            <a:extLst>
              <a:ext uri="{FF2B5EF4-FFF2-40B4-BE49-F238E27FC236}">
                <a16:creationId xmlns:a16="http://schemas.microsoft.com/office/drawing/2014/main" id="{F45C4A06-CC2B-C852-7844-1A24E1106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FDE00C-6BEA-F84C-970D-1F202318FD45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8261746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日付プレースホルダ 3">
            <a:extLst>
              <a:ext uri="{FF2B5EF4-FFF2-40B4-BE49-F238E27FC236}">
                <a16:creationId xmlns:a16="http://schemas.microsoft.com/office/drawing/2014/main" id="{494EA096-54CA-9A0C-E539-5842583F5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238B30-1339-7742-A62B-766126A7B3E5}" type="datetimeFigureOut">
              <a:rPr lang="ja-JP" altLang="en-US"/>
              <a:pPr>
                <a:defRPr/>
              </a:pPr>
              <a:t>2026/7/8</a:t>
            </a:fld>
            <a:endParaRPr lang="ja-JP" altLang="en-US"/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144BDE5C-39F8-24D4-E1FE-81AA16652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>
            <a:extLst>
              <a:ext uri="{FF2B5EF4-FFF2-40B4-BE49-F238E27FC236}">
                <a16:creationId xmlns:a16="http://schemas.microsoft.com/office/drawing/2014/main" id="{330CDF2F-E53A-0CA0-6150-6E7A64F8E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2F40EC-21A4-3346-9CD6-3A6FC8FBD757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261064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34290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348615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日付プレースホルダ 3">
            <a:extLst>
              <a:ext uri="{FF2B5EF4-FFF2-40B4-BE49-F238E27FC236}">
                <a16:creationId xmlns:a16="http://schemas.microsoft.com/office/drawing/2014/main" id="{CE1A8E45-921A-E7D2-74C6-77EF5F98F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720B54-ED24-0545-AF19-0D6ECEC0DFEE}" type="datetimeFigureOut">
              <a:rPr lang="ja-JP" altLang="en-US"/>
              <a:pPr>
                <a:defRPr/>
              </a:pPr>
              <a:t>2026/7/8</a:t>
            </a:fld>
            <a:endParaRPr lang="ja-JP" altLang="en-US"/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286E5120-4137-23BF-02E5-39F23D993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 5">
            <a:extLst>
              <a:ext uri="{FF2B5EF4-FFF2-40B4-BE49-F238E27FC236}">
                <a16:creationId xmlns:a16="http://schemas.microsoft.com/office/drawing/2014/main" id="{013A9502-D54C-1478-93E2-58BCC8B95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16B951-4B2F-4241-8547-70EDC1EB1324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744312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日付プレースホルダ 3">
            <a:extLst>
              <a:ext uri="{FF2B5EF4-FFF2-40B4-BE49-F238E27FC236}">
                <a16:creationId xmlns:a16="http://schemas.microsoft.com/office/drawing/2014/main" id="{64E4A960-7976-26C1-6BF0-502C57960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CC4298-DB5A-2C4C-8ABF-B5EFB37FBD98}" type="datetimeFigureOut">
              <a:rPr lang="ja-JP" altLang="en-US"/>
              <a:pPr>
                <a:defRPr/>
              </a:pPr>
              <a:t>2026/7/8</a:t>
            </a:fld>
            <a:endParaRPr lang="ja-JP" altLang="en-US"/>
          </a:p>
        </p:txBody>
      </p:sp>
      <p:sp>
        <p:nvSpPr>
          <p:cNvPr id="8" name="フッター プレースホルダ 4">
            <a:extLst>
              <a:ext uri="{FF2B5EF4-FFF2-40B4-BE49-F238E27FC236}">
                <a16:creationId xmlns:a16="http://schemas.microsoft.com/office/drawing/2014/main" id="{992CC499-910D-699C-6A8F-A6A1142C4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9" name="スライド番号プレースホルダ 5">
            <a:extLst>
              <a:ext uri="{FF2B5EF4-FFF2-40B4-BE49-F238E27FC236}">
                <a16:creationId xmlns:a16="http://schemas.microsoft.com/office/drawing/2014/main" id="{5D9ABF8E-E106-AB5F-8318-FE201DD12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4628C0-27FC-8741-973F-FE59359B5BC9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047477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日付プレースホルダ 3">
            <a:extLst>
              <a:ext uri="{FF2B5EF4-FFF2-40B4-BE49-F238E27FC236}">
                <a16:creationId xmlns:a16="http://schemas.microsoft.com/office/drawing/2014/main" id="{C8A953BB-51AF-CCA2-1274-F2CB86D37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369245-BC06-4542-8E20-0E70C2E3BC2F}" type="datetimeFigureOut">
              <a:rPr lang="ja-JP" altLang="en-US"/>
              <a:pPr>
                <a:defRPr/>
              </a:pPr>
              <a:t>2026/7/8</a:t>
            </a:fld>
            <a:endParaRPr lang="ja-JP" altLang="en-US"/>
          </a:p>
        </p:txBody>
      </p:sp>
      <p:sp>
        <p:nvSpPr>
          <p:cNvPr id="4" name="フッター プレースホルダ 4">
            <a:extLst>
              <a:ext uri="{FF2B5EF4-FFF2-40B4-BE49-F238E27FC236}">
                <a16:creationId xmlns:a16="http://schemas.microsoft.com/office/drawing/2014/main" id="{4AECB9A9-030E-079C-8427-3CD3D1DC5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 5">
            <a:extLst>
              <a:ext uri="{FF2B5EF4-FFF2-40B4-BE49-F238E27FC236}">
                <a16:creationId xmlns:a16="http://schemas.microsoft.com/office/drawing/2014/main" id="{2E21A5A7-42EA-E304-79FC-823F4F86F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C5584F-2ECE-EE4B-B474-394ADCC6DC4B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481675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3">
            <a:extLst>
              <a:ext uri="{FF2B5EF4-FFF2-40B4-BE49-F238E27FC236}">
                <a16:creationId xmlns:a16="http://schemas.microsoft.com/office/drawing/2014/main" id="{85A03602-7EBD-6C91-B65B-0EC8F497C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1E91B0-F6A7-DF48-B9BE-26DBC3AEB8BD}" type="datetimeFigureOut">
              <a:rPr lang="ja-JP" altLang="en-US"/>
              <a:pPr>
                <a:defRPr/>
              </a:pPr>
              <a:t>2026/7/8</a:t>
            </a:fld>
            <a:endParaRPr lang="ja-JP" altLang="en-US"/>
          </a:p>
        </p:txBody>
      </p:sp>
      <p:sp>
        <p:nvSpPr>
          <p:cNvPr id="3" name="フッター プレースホルダ 4">
            <a:extLst>
              <a:ext uri="{FF2B5EF4-FFF2-40B4-BE49-F238E27FC236}">
                <a16:creationId xmlns:a16="http://schemas.microsoft.com/office/drawing/2014/main" id="{A84E47A9-11D2-66CD-FC9A-3AF2AE10B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4" name="スライド番号プレースホルダ 5">
            <a:extLst>
              <a:ext uri="{FF2B5EF4-FFF2-40B4-BE49-F238E27FC236}">
                <a16:creationId xmlns:a16="http://schemas.microsoft.com/office/drawing/2014/main" id="{94140DA7-2E79-3007-3D1E-A7D44D258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2461EC-F28F-6B47-8B71-2B1C380A8065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079794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日付プレースホルダ 3">
            <a:extLst>
              <a:ext uri="{FF2B5EF4-FFF2-40B4-BE49-F238E27FC236}">
                <a16:creationId xmlns:a16="http://schemas.microsoft.com/office/drawing/2014/main" id="{699CC38A-DA6C-6E84-536A-361ED0C8E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925F65-455C-F748-92CD-E1DAEE9A92F5}" type="datetimeFigureOut">
              <a:rPr lang="ja-JP" altLang="en-US"/>
              <a:pPr>
                <a:defRPr/>
              </a:pPr>
              <a:t>2026/7/8</a:t>
            </a:fld>
            <a:endParaRPr lang="ja-JP" altLang="en-US"/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2EE3AB6E-FBFC-68DA-9869-CE2506905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 5">
            <a:extLst>
              <a:ext uri="{FF2B5EF4-FFF2-40B4-BE49-F238E27FC236}">
                <a16:creationId xmlns:a16="http://schemas.microsoft.com/office/drawing/2014/main" id="{C3F753BA-142E-BBF8-BCE1-780F4FCFE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3903AF-AE57-1D47-8EAB-8AD3546F5605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7263026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ja-JP" altLang="en-US" noProof="0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日付プレースホルダ 3">
            <a:extLst>
              <a:ext uri="{FF2B5EF4-FFF2-40B4-BE49-F238E27FC236}">
                <a16:creationId xmlns:a16="http://schemas.microsoft.com/office/drawing/2014/main" id="{A97C53E9-0616-08EA-10FE-0A0A6ED27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DB5C9C-A008-AF48-B928-416C11D90C4C}" type="datetimeFigureOut">
              <a:rPr lang="ja-JP" altLang="en-US"/>
              <a:pPr>
                <a:defRPr/>
              </a:pPr>
              <a:t>2026/7/8</a:t>
            </a:fld>
            <a:endParaRPr lang="ja-JP" altLang="en-US"/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C5574C33-8CBB-A829-634C-A398D2665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 5">
            <a:extLst>
              <a:ext uri="{FF2B5EF4-FFF2-40B4-BE49-F238E27FC236}">
                <a16:creationId xmlns:a16="http://schemas.microsoft.com/office/drawing/2014/main" id="{35AAE23F-6C23-4599-4A33-4CCB6FD3E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9BD7EC-754D-904B-B267-14A950A46963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1689668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 3">
            <a:extLst>
              <a:ext uri="{FF2B5EF4-FFF2-40B4-BE49-F238E27FC236}">
                <a16:creationId xmlns:a16="http://schemas.microsoft.com/office/drawing/2014/main" id="{2C30E422-20D2-E9EA-D499-4B83EF963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45D5D1-EF27-3D4C-8116-4699429910BF}" type="datetimeFigureOut">
              <a:rPr lang="ja-JP" altLang="en-US"/>
              <a:pPr>
                <a:defRPr/>
              </a:pPr>
              <a:t>2026/7/8</a:t>
            </a:fld>
            <a:endParaRPr lang="ja-JP" altLang="en-US"/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480C3ADC-AD04-4049-2D0F-667A47766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>
            <a:extLst>
              <a:ext uri="{FF2B5EF4-FFF2-40B4-BE49-F238E27FC236}">
                <a16:creationId xmlns:a16="http://schemas.microsoft.com/office/drawing/2014/main" id="{6C3A8262-5FD7-7B25-C3C2-FF4738A09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3639B9-BC35-D24E-B5D1-BED54FD28EAC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916006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4972050" y="366185"/>
            <a:ext cx="1543050" cy="7802033"/>
          </a:xfrm>
        </p:spPr>
        <p:txBody>
          <a:bodyPr vert="eaVert"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342900" y="366185"/>
            <a:ext cx="4514850" cy="7802033"/>
          </a:xfrm>
        </p:spPr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 3">
            <a:extLst>
              <a:ext uri="{FF2B5EF4-FFF2-40B4-BE49-F238E27FC236}">
                <a16:creationId xmlns:a16="http://schemas.microsoft.com/office/drawing/2014/main" id="{7DB01564-C04B-AF1D-9D88-D56D6B614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08DDC8-9EA3-494C-B0CA-B2AE1EBD62BB}" type="datetimeFigureOut">
              <a:rPr lang="ja-JP" altLang="en-US"/>
              <a:pPr>
                <a:defRPr/>
              </a:pPr>
              <a:t>2026/7/8</a:t>
            </a:fld>
            <a:endParaRPr lang="ja-JP" altLang="en-US"/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719ABA9F-8E25-6353-D477-A2F5F7B2D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>
            <a:extLst>
              <a:ext uri="{FF2B5EF4-FFF2-40B4-BE49-F238E27FC236}">
                <a16:creationId xmlns:a16="http://schemas.microsoft.com/office/drawing/2014/main" id="{764B1F76-B5CC-7A91-E2F4-89D0656A7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6BC900-98E1-1042-A782-82D877FFD764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1734912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タイトル プレースホルダ 1">
            <a:extLst>
              <a:ext uri="{FF2B5EF4-FFF2-40B4-BE49-F238E27FC236}">
                <a16:creationId xmlns:a16="http://schemas.microsoft.com/office/drawing/2014/main" id="{14D53930-91BC-22F9-A055-72E2F4EC956C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42900" y="366713"/>
            <a:ext cx="61722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タイトルの書式設定</a:t>
            </a:r>
          </a:p>
        </p:txBody>
      </p:sp>
      <p:sp>
        <p:nvSpPr>
          <p:cNvPr id="1027" name="テキスト プレースホルダ 2">
            <a:extLst>
              <a:ext uri="{FF2B5EF4-FFF2-40B4-BE49-F238E27FC236}">
                <a16:creationId xmlns:a16="http://schemas.microsoft.com/office/drawing/2014/main" id="{DB19FA19-C55A-534E-2437-621EF6B7D9A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342900" y="2133600"/>
            <a:ext cx="6172200" cy="603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 3">
            <a:extLst>
              <a:ext uri="{FF2B5EF4-FFF2-40B4-BE49-F238E27FC236}">
                <a16:creationId xmlns:a16="http://schemas.microsoft.com/office/drawing/2014/main" id="{FFDCBF88-3203-12EF-9053-1D6DCB6BF4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42900" y="8475663"/>
            <a:ext cx="1600200" cy="4857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D3594714-E6FB-7947-96DB-EA61FA16F233}" type="datetimeFigureOut">
              <a:rPr lang="ja-JP" altLang="en-US"/>
              <a:pPr>
                <a:defRPr/>
              </a:pPr>
              <a:t>2026/7/8</a:t>
            </a:fld>
            <a:endParaRPr lang="ja-JP" altLang="en-US"/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4CCDFDE8-4618-74D8-B93E-172E30C86B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43150" y="8475663"/>
            <a:ext cx="2171700" cy="4857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>
            <a:extLst>
              <a:ext uri="{FF2B5EF4-FFF2-40B4-BE49-F238E27FC236}">
                <a16:creationId xmlns:a16="http://schemas.microsoft.com/office/drawing/2014/main" id="{D91EB650-9C6B-525B-72FD-D5FD37E693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914900" y="8475663"/>
            <a:ext cx="1600200" cy="48577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DC39B58D-657F-524B-A84D-65B204D47D76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テキスト ボックス 3">
            <a:extLst>
              <a:ext uri="{FF2B5EF4-FFF2-40B4-BE49-F238E27FC236}">
                <a16:creationId xmlns:a16="http://schemas.microsoft.com/office/drawing/2014/main" id="{88F3A522-FCA9-5B79-D6D0-6EB419D8DB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6858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ja-JP" sz="1800" dirty="0"/>
              <a:t>HEW 4-2</a:t>
            </a:r>
            <a:r>
              <a:rPr lang="ja-JP" altLang="en-US" sz="1800" dirty="0"/>
              <a:t>学年 </a:t>
            </a:r>
            <a:r>
              <a:rPr lang="en-US" altLang="ja-JP" sz="1800" dirty="0"/>
              <a:t>2026</a:t>
            </a:r>
            <a:r>
              <a:rPr lang="ja-JP" altLang="en-US" sz="1800" dirty="0"/>
              <a:t>年度　ワンシート企画書</a:t>
            </a:r>
          </a:p>
        </p:txBody>
      </p:sp>
      <p:graphicFrame>
        <p:nvGraphicFramePr>
          <p:cNvPr id="2082" name="Group 34">
            <a:extLst>
              <a:ext uri="{FF2B5EF4-FFF2-40B4-BE49-F238E27FC236}">
                <a16:creationId xmlns:a16="http://schemas.microsoft.com/office/drawing/2014/main" id="{0A2BAE60-E1E9-BDCB-C347-D03EFCEC40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2233890"/>
              </p:ext>
            </p:extLst>
          </p:nvPr>
        </p:nvGraphicFramePr>
        <p:xfrm>
          <a:off x="0" y="722313"/>
          <a:ext cx="6858000" cy="1265237"/>
        </p:xfrm>
        <a:graphic>
          <a:graphicData uri="http://schemas.openxmlformats.org/drawingml/2006/table">
            <a:tbl>
              <a:tblPr/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43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91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ja-JP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GP創英角ｺﾞｼｯｸUB" pitchFamily="50" charset="-128"/>
                          <a:ea typeface="HGP創英角ｺﾞｼｯｸUB" pitchFamily="50" charset="-128"/>
                        </a:rPr>
                        <a:t>学科名称</a:t>
                      </a:r>
                    </a:p>
                  </a:txBody>
                  <a:tcPr marT="45699" marB="4569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ja-JP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ＭＳ Ｐゴシック" pitchFamily="50" charset="-128"/>
                        </a:rPr>
                        <a:t>　　</a:t>
                      </a:r>
                      <a:r>
                        <a:rPr kumimoji="1" lang="en-US" altLang="ja-JP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ＭＳ Ｐゴシック" pitchFamily="50" charset="-128"/>
                        </a:rPr>
                        <a:t>IT</a:t>
                      </a:r>
                      <a:r>
                        <a:rPr kumimoji="1" lang="ja-JP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ＭＳ Ｐゴシック" pitchFamily="50" charset="-128"/>
                        </a:rPr>
                        <a:t> 学科　　　</a:t>
                      </a:r>
                      <a:r>
                        <a:rPr kumimoji="1" lang="en-US" altLang="ja-JP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ＭＳ Ｐゴシック" pitchFamily="50" charset="-128"/>
                        </a:rPr>
                        <a:t>4</a:t>
                      </a:r>
                      <a:r>
                        <a:rPr kumimoji="1" lang="ja-JP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ＭＳ Ｐゴシック" pitchFamily="50" charset="-128"/>
                        </a:rPr>
                        <a:t>年制　　</a:t>
                      </a:r>
                      <a:r>
                        <a:rPr kumimoji="1" lang="en-US" altLang="ja-JP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ＭＳ Ｐゴシック" pitchFamily="50" charset="-128"/>
                        </a:rPr>
                        <a:t>2</a:t>
                      </a:r>
                      <a:r>
                        <a:rPr kumimoji="1" lang="ja-JP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ＭＳ Ｐゴシック" pitchFamily="50" charset="-128"/>
                        </a:rPr>
                        <a:t>年</a:t>
                      </a:r>
                    </a:p>
                  </a:txBody>
                  <a:tcPr marT="45699" marB="4569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8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ja-JP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GP創英角ｺﾞｼｯｸUB" pitchFamily="50" charset="-128"/>
                          <a:ea typeface="HGP創英角ｺﾞｼｯｸUB" pitchFamily="50" charset="-128"/>
                        </a:rPr>
                        <a:t>テーマ</a:t>
                      </a:r>
                      <a:endParaRPr kumimoji="1" lang="en-US" altLang="ja-JP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GP創英角ｺﾞｼｯｸUB" pitchFamily="50" charset="-128"/>
                        <a:ea typeface="HGP創英角ｺﾞｼｯｸUB" pitchFamily="50" charset="-128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ja-JP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GP創英角ｺﾞｼｯｸUB" pitchFamily="50" charset="-128"/>
                          <a:ea typeface="HGP創英角ｺﾞｼｯｸUB" pitchFamily="50" charset="-128"/>
                        </a:rPr>
                        <a:t>（</a:t>
                      </a:r>
                      <a:r>
                        <a:rPr kumimoji="1" lang="en-US" altLang="ja-JP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GP創英角ｺﾞｼｯｸUB" pitchFamily="50" charset="-128"/>
                          <a:ea typeface="HGP創英角ｺﾞｼｯｸUB" pitchFamily="50" charset="-128"/>
                        </a:rPr>
                        <a:t>30</a:t>
                      </a:r>
                      <a:r>
                        <a:rPr kumimoji="1" lang="ja-JP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GP創英角ｺﾞｼｯｸUB" pitchFamily="50" charset="-128"/>
                          <a:ea typeface="HGP創英角ｺﾞｼｯｸUB" pitchFamily="50" charset="-128"/>
                        </a:rPr>
                        <a:t>文字まで）</a:t>
                      </a:r>
                    </a:p>
                  </a:txBody>
                  <a:tcPr marT="45699" marB="4569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ja-JP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GP創英角ｺﾞｼｯｸUB" pitchFamily="50" charset="-128"/>
                          <a:ea typeface="HGP創英角ｺﾞｼｯｸUB" pitchFamily="50" charset="-128"/>
                        </a:rPr>
                        <a:t>HEW Crypto Market―模擬投資体験―</a:t>
                      </a:r>
                    </a:p>
                  </a:txBody>
                  <a:tcPr marT="45699" marB="4569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30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ja-JP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GP創英角ｺﾞｼｯｸUB" pitchFamily="50" charset="-128"/>
                          <a:ea typeface="HGP創英角ｺﾞｼｯｸUB" pitchFamily="50" charset="-128"/>
                        </a:rPr>
                        <a:t>企画概要</a:t>
                      </a:r>
                      <a:endParaRPr kumimoji="1" lang="en-US" altLang="ja-JP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GP創英角ｺﾞｼｯｸUB" pitchFamily="50" charset="-128"/>
                        <a:ea typeface="HGP創英角ｺﾞｼｯｸUB" pitchFamily="50" charset="-128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ja-JP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GP創英角ｺﾞｼｯｸUB" pitchFamily="50" charset="-128"/>
                          <a:ea typeface="HGP創英角ｺﾞｼｯｸUB" pitchFamily="50" charset="-128"/>
                        </a:rPr>
                        <a:t>（</a:t>
                      </a:r>
                      <a:r>
                        <a:rPr kumimoji="1" lang="en-US" altLang="ja-JP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GP創英角ｺﾞｼｯｸUB" pitchFamily="50" charset="-128"/>
                          <a:ea typeface="HGP創英角ｺﾞｼｯｸUB" pitchFamily="50" charset="-128"/>
                        </a:rPr>
                        <a:t>60</a:t>
                      </a:r>
                      <a:r>
                        <a:rPr kumimoji="1" lang="ja-JP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GP創英角ｺﾞｼｯｸUB" pitchFamily="50" charset="-128"/>
                          <a:ea typeface="HGP創英角ｺﾞｼｯｸUB" pitchFamily="50" charset="-128"/>
                        </a:rPr>
                        <a:t>文字まで）</a:t>
                      </a:r>
                      <a:endParaRPr kumimoji="1" lang="ja-JP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GP創英角ｺﾞｼｯｸUB" pitchFamily="50" charset="-128"/>
                        <a:ea typeface="HGP創英角ｺﾞｼｯｸUB" pitchFamily="50" charset="-128"/>
                      </a:endParaRPr>
                    </a:p>
                  </a:txBody>
                  <a:tcPr marT="45699" marB="4569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ja-JP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GP創英角ｺﾞｼｯｸUB" pitchFamily="50" charset="-128"/>
                          <a:ea typeface="HGP創英角ｺﾞｼｯｸUB" pitchFamily="50" charset="-128"/>
                        </a:rPr>
                        <a:t>来場者が1,000HEWCoinで3種のトークンを売買し、価格変動を体験する展示型の模擬投資シミュレーション展示。</a:t>
                      </a:r>
                      <a:endParaRPr kumimoji="1" lang="en-US" altLang="ja-JP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GP創英角ｺﾞｼｯｸUB" pitchFamily="50" charset="-128"/>
                        <a:ea typeface="HGP創英角ｺﾞｼｯｸUB" pitchFamily="50" charset="-128"/>
                      </a:endParaRPr>
                    </a:p>
                  </a:txBody>
                  <a:tcPr marT="45699" marB="4569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410E6DE-D548-D9F2-0759-7746CCEF069C}"/>
              </a:ext>
            </a:extLst>
          </p:cNvPr>
          <p:cNvSpPr/>
          <p:nvPr/>
        </p:nvSpPr>
        <p:spPr>
          <a:xfrm>
            <a:off x="1588" y="1979613"/>
            <a:ext cx="6858000" cy="7164387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ja-JP" altLang="en-US" sz="1600" dirty="0">
                <a:solidFill>
                  <a:schemeClr val="tx1"/>
                </a:solidFill>
                <a:latin typeface="+mj-ea"/>
                <a:ea typeface="+mj-ea"/>
              </a:rPr>
              <a:t>企画内容</a:t>
            </a:r>
            <a:endParaRPr lang="en-US" altLang="ja-JP" sz="16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4353" name="Rectangle 71">
            <a:extLst>
              <a:ext uri="{FF2B5EF4-FFF2-40B4-BE49-F238E27FC236}">
                <a16:creationId xmlns:a16="http://schemas.microsoft.com/office/drawing/2014/main" id="{430B0330-2400-BAAA-AFDB-9D30469CA6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2322" y="330201"/>
            <a:ext cx="4393356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ja-JP" altLang="en-US" sz="1200" dirty="0">
                <a:latin typeface="Arial" panose="020B0604020202020204" pitchFamily="34" charset="0"/>
              </a:rPr>
              <a:t>クラス： （IH12A233）　グループ番号 </a:t>
            </a:r>
            <a:r>
              <a:rPr lang="ja-JP" altLang="en-US" sz="1200" dirty="0">
                <a:latin typeface="Arial" panose="020B0604020202020204" pitchFamily="34" charset="0"/>
                <a:sym typeface="Wingdings" pitchFamily="2" charset="2"/>
              </a:rPr>
              <a:t>： （IH12A-04）</a:t>
            </a:r>
            <a:r>
              <a:rPr lang="ja-JP" altLang="en-US" sz="1200" dirty="0">
                <a:latin typeface="Arial" panose="020B0604020202020204" pitchFamily="34" charset="0"/>
              </a:rPr>
              <a:t>　　</a:t>
            </a:r>
          </a:p>
        </p:txBody>
      </p:sp>
      <p:sp>
        <p:nvSpPr>
          <p:cNvPr id="14354" name="AutoShape 31" descr="data:image/jpeg;base64,/9j/4AAQSkZJRgABAQAAAQABAAD/2wCEAAkGBhMSERUUExQWFRUUGBgYGRgXGBofHRscHxoaGBwYGBoeHiYfGxkkGhkYIC8gIycqLCwsFyAxNTAqNSYrLCkBCQoKDgwOGg8PGiwkHSQqLywvMTQqLCwsLywsLCwsLDQsKSwsLCwsLCwpLCwpLCwpLCwsKSwsLCwsLCwsLCwsLP/AABEIAMIBAwMBIgACEQEDEQH/xAAcAAACAgMBAQAAAAAAAAAAAAAFBgMEAAIHAQj/xABKEAACAQIEAwUDCAYIBQMFAAABAhEDIQAEEjEFQVEGEyJhcTKBkQcjQlKhscHRFBUzYnKSQ1OCk7LS4fAWY6LC8SQ0o0R0g9PU/8QAGgEAAwEBAQEAAAAAAAAAAAAAAgMEAQUABv/EADYRAAICAQMBBQYFAwQDAAAAAAECABEDBBIhMRMiQVFhcYGRodHwBRQyQsFSseEjM2KiFTSS/9oADAMBAAIRAxEAPwBwr8KpoFLD2iFHrBP3A++MQfrCjOkU1gTYXIjcmP8Axgp2q4a+ayumgwSqhD02DWJggqSNpUsJ5Eg45ceB5/Xp0V9dx7DcxB8e1wSJmL74jzs4YV0nR0qY2U7us6LleGU6klRsYPwB+4jArjHBi2aZQ7ooUGFaLlmuY3sB8MNHY3gpy2VC1jqqtLOdxJERPkoVZ/dnnijxpyM40Akd1T5eb46OlskbutTk6zaAdp4uB6HZid6lX+8bFX9StBvVBABEu/Ujb0FsN/CuHUXTVVqOrlmt3zLAkhQFBAAiMUuJ5QK7CnUq6RYRXYkzTJDLNv2kKRPnYYecvP6ZMMRIvdBOU7M6kBL1JvtUaLEj8MXcr2YVTJao3kzkjptg5Q4ZlpbVWf2vD/6httK/v/W1YkpCmtQJTYusrctqO+2omTgd+6xULZtI70pJlMv3SsVLMVBIXqR6fYMbUcjl/wCkUqPrA299reu2KVPhbMiuhIYqNmKhrcyLgxzH241pBmJRgQ0XWpUqtbrGoBh8cfOtqHVtxND2TurgQiGP1RlSCUhiByKn42xT4TwikSyuuyowj97VMnnsMUMlwNEql6erVfVB8IF7ee5hbxOCzIe9Om3zVH7mw9NSWxlwIt8CBwqniTVeDZVQZsQJuRiHh/C8tUSY5xYjoD+OFntnRNClWzClQwRCdQnVBKqu4tLG889uRi7Hs/6VmaYICqEc6RF2LC8k7BYwB1Lg0R16cx66NWxlw3SMb8IpCuBp8JIX7GPxsL4JfqDLdD8R+WKuYQ6V696v+F8a5nLuykays88NyZ2WuOokyYQ18+MAZTi+XOcOXqU9KMdKvNw14VwRcMIhhaTFxDE9xLglEaQg3JmY5KThHzwVOJhGPhC5UBupL1tjz8TL8cdBooda6r+3/gOBxZmL7T9+MdnwoEDqK4/txI8twnLmkjspkorGOpAJgR9mKXEKWXo0nrNSfu6ZuRPs2v7OoG4kRa+N8uxWgrM2lVpqSSYAAUGT5YSO0nBActXIptrUAgBTYl1k6RYHcTGze/BLmZr46T2PToXVWPUiP2T4fla1BaqAlXXUvmDtYicV+HcOo6SKguIgDcyAT9+K3ZKg65LLgyIpJIIgi2xHLFvO8OFR2EkaRTgjcTTWfd5Yzt27MkdbgNgUZNt8czKeToEyabafXxDzgi4/3fFunwvJsYBBPTUJ+ETOA5V0Ol9YnZjWq6T7gRpPlOIs1wKm7BmHj3ApyJ87knn7RPPzxMNUycMbPsjRp8bdTQ+M849wZZAQsoNYLKmDGgmJHuxV/wCFv+ZV/vGwa4k2ilTLbjMqD/dHFXiAVstmagrOtYKxpKtRhsgI0ooaSTP0WvyO2PoMLVjBqcTMt5Nt1BT9nYdV7yp4o/pGnntfyxBw7gbVCdTVAAFP7RuYkiecYK5imTQrFatZXVGZZqPIYavAgUEuY0EHQ4nUI2URulQkMHzCqWpjRLsyjVFVidIUxTOpQJuD7dkDO1H9MX2J/qm1LssJHjqfznF79RL9XzxdyKaadL2mZkRnklocgahcmL8ptgvQCEX5qvLyM4VlNgGo3EKJF3Emm9PSSqz0OkGR1k7WvbrfHtBabuEZQCwMQImD0Fut97c5ESJ2aZW0KfZECYnTy5f7vifhvBCtZWJnQZNzA3mfMgkXv4vXHBxNn7UXfr5T6LKun7E1Xp5zKnA1nbGYO188uo+x8ceY7HE4lT5moMUMoSp6qSPuxfpdo82ns5rMjyFepHw1RgStbG3ejE9TtEqeojt2T7d51s5lqdTM1Hp1KqU2B0mdR0i8TuRzx2lKRd2Us3hjkp3LDmp6Y+cOzdYDO5Q9Mzlz/wDMmPpbJ/8AuKo8l6/WfpjGYgrz1P8AE5mrIDqAOv8AmQ5jKhBvJPIqn4KMeZbLlyQdAIv7B/BxijU4kDAIPhsTMzEnn+eDORyxHibmIA38/jthS52bIQp4EDapHSV8xkgglikfwv0J+ueQPwxXFVEYQUnUQDLASsE3uIHMzAIIwTzbgaZQsCxBhZjwteBPTTe3ixVWqZvSXUGIEC+5htUQJhTvz5mAbO0bzi9i+UrLmRTQgFdNMCYYmBBYXFMyAATbaMZmFWpZwJU2hyGm+x7sG8G+xg+eCrUUJkhSep0zaPLyHwGMbLKZ8Kkm+w3tfbewv5DphVL5RlnziLQ+UvLaQBRzCiNgKP8AmxOnyi5TVq7vMLKqu1PZZj6Z6nHEqHEKqgDVta4HK3ScTjjtQbhT7j+eN46VOh+XX7M7UO0mSzRKd1XqFhdQgMjbxAWIvF+uCmSaihJp5ashb2iKaAmNpO5/1xzT5KuLGrxAU9IE0qlwemk7Y61wtdSMejt19wthZI3AVJMrDG4TnnnrNdasP2VWdQafm5kCOsRc/HG1WiHiVrAjYqVBHvUgxt8MTZnPpTG0+U/nzxPlK4qIHX2WuJBuOu/WcM9oiunSCVo0ZU93UZi5pgsFY6hqJEtJ+ib7Wxf03BNOoYnnT5iOs7HHlfL6agZKQYwxnaGgdTAJEiQJ25ScY+YqxamJjmRAtMefqOo3vG8eAmEk9TNFy8IE7uoVA0wTS2iIN72wMzHCctRXvGy7BUg/0RAvAhdUCJ5DBb9IqEiEAF7sQOl4EwIkbzPlcjO0mZf9DralgaCSehDrFvMSfKw3mBr0ENCbAsys/a/L9Kv/AMX540q9scsrMdNQE6ZHg5CBzJ2xz7v5+lGK2ezEsTq3/LAgmqInQODCD1M6JV7Z0GBBR2B3B0X+Ixd4ZnV7oVETSrGPE8tOrTfwHnHM745L+sCNiMdG7J1tfDUY7is0+5ww+yDgHBUFqEm1hx4sRbHdxkqZMuAGRTD6/ab2o0z7I5HEg4Yeij3N/mGLOZfRcST0i3qZ2GIKPFgz6QF5TBBidsOGUrxciKqTI8xw+oqyoUkRbS20iY+c3iY84x7lsmzai/hE+EBVB0wLkMWvq1e6MEz/AL9nApqdPwHvH8ZLASIJIeTEb+Ob2GhY2ue8+c3aPKWP1eB9M+8U/wAExq/DJ/pKnucD7lxFl8gndCmrtCgCSxBBsRKxAOxiPvxKeGLMyZLapB8y0WGxJJPqRtgST5whx0nO/lCpPRzCIlatoamGhqrm+pgYv0Awqs5IgkkdCSR8MdC7acEpmpTLF2hD9KN3Zj7Mczhf/VGXH9Grfxy3+InEr6dnN7uJ28Gux48aqV590We7XoPhjMNa0KQEClSAHSmv5YzCvyH/AC+Ub/5Uf0/P/E5JW4tk2HhylVP4c1P+KicRfp+U/qczP/3VL/8AlxY4fTDOoZEIn6o+218Mxo5bnQpfygYvDek5jYqNBpR7CZCjms5TWlTzAemVrXr0isI6mT8ypNyLC+O7cN7RZSrm6qU8wrVAANGlxsSSVYgK4BMErMc8cx+TtqI4gvdU1QmnUWRaRGuI9VGLnZbIA8VpAk/+n7xgVMgssUtPkIdj/ZjCyysV48YjJhuyx6ciU83xTMnMZijTkkvU0AC8HVB9Nr47UAI/8YWanHMpQpHvDUUIDrISpEqJYWBB928GNsQn5VMhBIaqYBNqR5CbTzwQCVaeMjwad8ZYkkxmzlAusK2k9QQOo5XMTMSJgXjEdLJMC0VWAIAAkHYu03Xfxx6It8Cc321VDbLZmoJA1IKMXAI3qCRfcfVPTA2n8q1AsynL10KhT4zTHtTaA5hhBkGCDjR06j4yns28ob4xwWvWUCnmGpQ5PhLgx4jEgyfEQTyhdIA3wfRb/wDn8cJLfKlR5Un97x+eIm+VVeVD41D/AJce3LPdm/lON57gKCtVX9NyqkO4gjNAg6jIP/p4t5E48Xs4p/8Ar8l72zA++hi7n+z3e1alQZgL3lR3ju5jUxaJ13iYnAipwlhPz6iDElY/HC91zqpRHj8o6fJlwTuuKZdxm8rU/agpTeoWYGk9gGpKLEA7jbHYeC7P/H5/VXpjjXyWcJUV3zTVTUbKmn3aoyhSagqUz3kqT0iCNzvjq3DuOqXZFRQbsfa3B0kQ3oYiR4TtGM/cs5uqQtlDDw63OafKdxyvSzlenTq1FAAZVWfpU1Nud2Jx2TJ5cJSRALIiqLdAB18sLPGsjRfMrUqUgXS2oz9EkrKyAdybg74ZqDyqkiCQCdvxw9lCgVFbieJBxD6PiCQQZJsbiFjUBcwLzvAF7VKbDuyor3hgDKzcnSSTLTeLH6NsXc0ZZBp1Xn2gIjnGxPSeflJFU7D5oy0sfGwM3062A3AEi50x4dlnBBkPCa65cJl6uZ7yq5YrqaWaZaBImwBgcgMWO01ItkswAJJpPAMXMedsaUMmjVFc5chqYlG1mRIBmCQNRLVAZ8Xhk74uVqwqUqylD7DghgSCPEu5sZiY6ETvjGSxCRtrAzjxkCBSptJgMKYv1i0e+MDM1SW5JUdBpv6G1r46MuVpqIFKmAdwFX8sVKnDsud8vSPqi/liNdJlH7v7zuHX4v6P7Tlddr2GOm/JizVeG1lUaiuaYQL/ANHSP3nEeY4Nkm9rK0/7JqL9qOuGfLZhUFNQnza0qegF7AaVULLkzyF5J1CeuKWxlUO4zm6vImddiirjBnlPdVBF9DdPqnzxz7s/n2GZMGwRjbyIIU78tR/snDpwk6htYg9NtU8+UN8Mb5fgmXpzopIuqJsLxcb9DhOfCclEGpCV7wPlLWUzGtFbaR5fliitNwSFp0wNVvCRfx3J6BdImIJYgWwSUACBAA5TH4YG5dEyxd62ZEVHAXvKmkA3IUS0SST6wOmKFBA5h9TxLORJuNGhYDLAI3LWP70AEiLaufK5p9f+rFatxWgglqqKDG7ddueNavHsuoJaqsATME7emGBCfCYTUXu3jqr0dTKsq+5AmCvX1wrioh+mv8ww39o83QzApFQtSAxkpsDpIjUOcfZgG2Spf1NP+Rfyw9cDEQhmUCiIPFMfWX4jHuJKuUpyfm0/kX8sZgvyz+Ym9snkZyBM0Nx/v3f64mqZ+B1m2nr6dMVqdKLmwGPKS6jq+HpiFbPWXN6SbLZuqrB1qPTYbGmzKwtHtKQdiRhr7JduWytSq2YatWDomnU7vDBjMqzXBDCfTrhWp0pOPVqySCPCDE/fhlCosidCr/KNlqiVldWIZXSnppsvhKwNUbMSSOfLbHPHqsaZHMqR74xlcbIOdyfL/XG608YqBekLdZudHzXyp5cgRTZAW0tqpknSYJ0tfxA7SBz2scLHaftCmZzK1aCstM00UlwQZVqhsDy8WAgyUwYGNu65dDgQiqbAmGjxCSVDi/QqjAdK0DqdhizSzI529fzx4iDLZz5BIKgweVvSx8sCeIUAxmLGSBG0mfjf7MV8xx5NR8LWkcrwYnfEZ7RJ9ViP7P54AgR6bl5qM3yf8Rp5f9JDOlMuKLIXJALU3LabAnY9MOLdq6Id6hqKStNhTXxtqJQgAwsKJIuWOOS5fiKVXiCoF7xfBU51PrDGbeOYGTvMTHyr8qdcmRRoCNpDH/uGK1X5WM4GA05cT/y3/wD2YTP01PrD44rZ3NpYTdiFEEbnzJAA8yYxjbmFCCFQeE6hwjt9m6xqy1NQlCo4Ip7MNIBIm4vthnyXabvE1rUlYEEBD5XgbmCOUHHMuynDaqd+W0w+WqIIYGCxSC0Ewtt/MYMcHzdPL01p1GTWgM6ZI3YxNo9oXicUJjehuERkVT0jHxjtJWp0mfvGUBt4EhdYHIb6emBlHjuZWmUqV2c6iC02IKg9BaDzGK3aDP062UZAdIqqyK5Fpm+17YAZd1p0BTWpLBmbVDRckgQZMCYiTYe7BMhDWPKIKntAQOKMZBxIMLMDjRmY+Q6nCrw4ureMrFzKzJ8rgQPLBwcWQqwaIIAFj75sY6SMDi3kd+OTdXeEs1CrIzI6tpYI2lgdLSAVaNmEixwTy3GSKeVlVJYvTvq2UkW8YgwN4Pwwo8NzPd03FSohZ3RvCCFENJhYsTcneSbk3ODK1Qy5doYik1VraYYOxjSILHcfV9TsaAm4QTcCdp+KZiv3TJCtRJCqwABWpuT42O9JYJi026a8HzGbbOA13QADTpRV6qIJI2g8r2F8Q57I6G/9w7lihI+bEGXsB4vD02585xJlcsf0oDvKntCT4Zi37vWMMHAk56ztMiNr/hhC+VPiTKuXpqnhLFy1mKso8MKSoaxqcxsDygta5YX1VKpifpnCj2/zOWpVKaVXEOlQqartKsBpBWGiYc2IINrWwnUEhDKNFt7ZS3Sadq81U/Q1NNtD1Ep3AB3AaLg228/TCVXp5ysKKVqqlCQJAGqNUGLQDGG/tVTJydC7CFoyR/BF/KSPfGFruINAF3E/vfvLt03w1TxF5hTkSuOytAkrNclULx3g9lRJIBrenxG042q9icveVrHSNRh5tEz+1/3IxbzvDqBRGkGoqkks+qZEDSFICG5kDe3niw1NhTJOYYlje7mBYABFZZCgxJJsb7YWWINcTNtjcvSLtTsvlASDTYR1al+NbGY94nkFFVgteqRaDFQ8gbnU0n3nGYHtPZGdlFuqhiXNh9Ebe/rizlzqUHFTiJYKJAieR8sXOHoe7E85OJ+bnTpQnrNqpIUkWx7k6YKiPt+2cS1aUqQOYONeC5Go1MmPA2oTP9k+c9BHI4wtUzaChI6zYUlmVKtPMTePJgGHvAx7XOhdUTt9+LeW7L1AC4hmW06lUFSRMKzBmIheQux3xa4r2WYqBSqayQDpKuvTbUApueXQ74A5lrrAwqxouIFp1RUYs1gABcmAegjmb+4Hpi3Togbdb48p9maukqxCnVztsCI3iWkRJHs4mr5B6CqYTS+piS4sxMsDGwnaRtjVyXwZjKe0IUd2amhPXHj0YHXFccWP/Kjycn8MS8Xr1KIpMy02WsutdFQEgTEOCPCfLB3AIo1AtPiDy0NEMdgLCbDbGVOKVfrz6hT+GIzSpMSfnBJJgFPXGx4dRP8ASOPVQfuOBMeD3a2/KS8V4pUFRgulQIgBVPKZuDglwuvmO5Dq9USpbwJSCkjvtvDP9Go/teYxBU4KuZq/N1PEYt3bn7YjEwpVaQ7sZqmum2llCxudis/SPxxpeIOO6uS0+0OZTMtTNV2VWYQ2kEgAxJA32NsTcY7VZhUD06jJqO0Keu0g2tbA6v3gDO1ShU1W1IELSRG4UHacPvYrsBSzlJP0m6tGjSWBXwk+KCJMhvsx5SSajXVQgf3QJ2P7SZioc3rqswXJV6iyFsymnBsNxOD/AGdyLZmhRqO0vUXUTEkxK3Agcvsw4cO+RvKUO87tmHfUnovMmUeNQEtY2F8W/wDgunlKNNUJZKZVQCJ8OrV5k3w4A1UlbIpPEDV+DTRppq9nWZjqx5TgJxThGgAkgyYsPI/lhpqLCgLadUepY4B8W1ssPbSw2EbiRfU0nfkN8GRxMDiwILfI2B5emIxw4kWDH3YY8pSAQW/3ONnOMCxlxM4lkWpU2dxCi5JwSyufYLw+lpPzxr6jewpm0+sWxJ2rVmoFVAJJmCCQQqtUYQLklUIA6kYqZaGfhTk3FLNsAQSbzNwAJHOwnkBgh3WqLYXFn/jjOm4RhtbTU85uD1j4H3Wsh2wzRqDvJ0cwNYJ9CTbArsr2SfOuEosmkDxOVrhVMWE2EmRaZiTsMaZzhFbLVu6rmmjqQSDUqC28iTBBGx2wJzeYgDCCauPtTtxlFJBo5r+9H+bADtTn8vnChprXQKrAh2RpkqRvqiI3EG+A2YdWYkOhkk+2nX1xZo5dtEgAiC1mT2Q2gt7Wwa3rhb5NwqdfDptOpBvn2xj4j2610lWiro6hRLRFhH0XnfA5e0+aI9tQesP93eYFZbJVGmEJ25rzYKOf1mUe/EvdMN1a3kcJbO4HEedJpWNn+8ZanaCoQIkb7s5Hlswm3XfAmobmS1/3j+f+4xoM0o3n4HDD2XFCvTrJVRYp6X1xD6Tq1DVEgDSNupwhdRnLUDXumZdLpETdV+//ADFp8sCZk/E/njMEsvxE1FDJlqTKZgiix2MRIMGCI92Mxn5zU+f/AF/xM/J6X+n/ALGc+prME1GI9L+lzbli8nEEAgBoHp+eJKNNGIUBnYmFC3JJgAAAXJMev3Ng+TPNBkBRAagkBqo8J8PhchD4pP0ZFjcc7yFXqanJOQxXyWcFRwqq5nchZj1g/wCzizXoVct85QhkcHVrSQp2i9jckC1rg4J5ekuWrGlmaLAqb6akOpi15h1gyAbXkeZbjWZydMAU0dmqqHPeNKQ030i5uDGwO9xjzJdCauUjpE/gmeZGZKoBSqpWwAKturSIMTKm4s7G8QSXaLNMBSC01pB6VOoe6JHjI8WraX5GIF+eI04etY92hTUwi0yBtNhsBFzYYJ9o2JQuTZZ1GBYt7wdMiJAjfphTKq5FEcBkfGzC+Ir5nNVjSFMsxRTqE7zF/FEm0c+WLtDM16mXWaZcUtYZxBXR4SAxBgFTrmeTDpgz2XpZavXCkoQkOFPg7zSV+b1sYEgkkcwpjqOj0M/l6S6zTVe7WV0uXjyAXwgRYIOZ2AwnUZ8eFp5NzJtIM4ghSoyp82hdlXUCBEsBP+zhw7S8BqDKU6ialKPp0qDpFMqIZTBVmaoJIBtLWE4DcL4PTDCKbUST+0radCDmNIbUAfZH8Q6SelcTGrh1NKZVmPdgDXp2uZMMR8OYxcqgjmSZGZXAUmc77N9kM7mQT3yIqmCXnUdiCEVdrxcjb34l7R9lM1k0VnqLVFRtKmmTIsWllIBFhuJ+3B3IdlMyU1LmKK1CzEqtU2kQPFAOkC+nmVEmBi3xLsXm6i6u8y4ZW1DXWInci4TSTBNjG5MiYxJsydrdjZ7P5ju2ev1G/bFbszkqjKRcv9MFWlVutgQAZBJkGASAbxiPtzk7UdWnv7yoJLaDJBYchMRJkySLA4PZCuaGZXv62Wp6CdWitrgEEFfA4IkEibkTtzAHiXBaFavUqtnKZNRixJubmYjVMDYT02G2GMqg2DH4xkfusD/eWuCdk6Pd0hXU+On3jMXYEMQSoUTBgECwIPPBz5Nu0opIMvUaaqVWA3vpYtI5R7QjCxlyKThVqs6qNKuovyuo1yNImIv9kX8tl8hSqI/6TV1021AdywkwRfcmxI9+CDqD1ED8vlPAUkD0M+gadCZ1NrU3AIFhv7/9MVM/lndKqtp0lfDEz1vjnVPtbmIEGRAIio62IkdeWIj8oLEECqgbaCarmdoiUn3YYzqvUyZNM7nui6htidKerT7mvgVxSoCh33U38oX8RgLxPjFCoRP6QGUsZQ0wCWMkFTNgZtv1JxQObTkuZb17s/8AbjxyYz4xx0uTyjZSqeAYierfC0OKRYJXHQsFgettseNxFGMVEzSEWJUUoPKRK7YMOnnMOHIPCTdrs+9Okj0zDrUUg38wdiDsTzx7l82ujh5ZTq/RKzSPZUkNqXfc2geWNP0XIusGtmlncFaZ+5DiVshkSEX9Iqju1j9iTPMMYgSMCXxk2TCGnzeCmFvk24jl2pdzRDUmTxsradTSVGu06hqKreSo0g2gmr8pObymZenRZia1AsCwBIGqJpzpvBA/hgiZnFHhHDcpQzCVv0tnCBvCcuwBlSpDy51AyD5FRiLKdl0nvKecp1NN4q0iWJifEdZGomTtz54SWWquZ2ORHLsCPcfpA1XsfSuNRkKrkaT7LAGbRbxL8cE04ZUZSoTLsAgEGkF8IYMFGlltrOrSB7V4m+Hmpxqr82aRyXeiF1zoDJ3bAjUULJBBgARZeRwu0ezmdJUo2VNMowKjMMCwYWJ+aswsYvecAig3zCOXIwBofAfSBE4IaLpVFGgrC0Ia6RtKsoqQUPSIN8EeIZ+sSCaVOSqsSrMplgGuYJMTub4IZzsrnn7nVRod1RjVGY1FhILW0CbA2mbm4nE3aPssWqq3dhUpftHQiVpmYAE3uIG8SfQkVNE3A7WiLVfh9ICzfEKk+EP6itF/TTgRnu1VSiwBNUWkzV1R0MaR5nnythjz/ZzMWXKq1TWAYDgERDagWYcjBH38kziuTrJVcVaTKwNw4g7eZgxtIJFsLRhkG++Iav3aCi/Pm/hdR+HaivSCpTpllVVGpnkk6RqMqCD4pgjcRj3Cbw+vmxTHd0GKXIPdAzJJJk3N5xmGHd5wP9MdQP8AtGXs7lcrkq/euyVSqMEFOnUkMYEhjTCjwlhv9I4sVO1VV6/fMvgX2aa+1uDOowvL/wAbYx8uqKSXpKQNppg/aB9+E7tDnjUcKHimpgkFo9+kNuRAMG99sR5EbIbevv3yz8vhY3yff/iM3aLiOWzdTv69KrTIpqpAIKmGY3KvquXiy7AX6UOJdochVYPUo12IUKSrbwABZzAA8hJ54DUOK5JIFSgyW3MuPjM/FRg7l6OXIDJTpEciEX8pnFeNHqrEB2wJ+1vjKY7T5SmIoZeqpP8AzVBNucAg/DG78bqrEZdqpa8sXYC+5CIs3v7sHKWkUwwESzCwEWCnl/FjK9QBtIJ2U36lVMfaBg2xgG2PymLq/wBqKa9sX24jnnFsrRA80P8A31PwxYyvAuJ11LKaS6LhCEk/wDSwJHrPTF1eICRIkTthuy/EaWXpd+xZFQSwKEnluBJEWv54HLjPVRcT+b5qgJy9jnW70tWcmlTepBZ1UqohiqkLLKWWJG4nlejTqKxlqtWmDfSWZyoPKbBj1ML6YbuL9qAa6VqqqtGquZRRV2dHNBm2K3BEG5iRJJmEvjAUVHZL02dyrKPDGowFbYiOc7dcPP8A64vrf1mYc5bUk+n0l2qcgW8dSuDb6NMg25NqbnJgnF2jwbLkAplc5VDXDKgg+hRSCPTCkHVrHbnHLzHniSjr8dFvFo1QCJ2u2mbi0taOeIzU6q5n6Ru/QFE6eHVoXnVrmmB7nUYr5HtPltmytFd4YxU9CZg/YcCOGcIpOqtpFRm1TTXUChBgaoMkMDIIsL9DEvFOF0hS1fsaiAAK0zUvBGncECTq2tHMHB1Qv6SdspZ9pJ+J+s8z/bfu6jIMrQ8PPuqPSdjSODuT7R1qtAFVQagsqtKlckhdKqKQn6XOdutlnI1vBLKW0kLvFiDHI9D9mCQobOlmkRPXcaT16beuFNyppfnNVWGQb391Qp+t6gMExFoIFotG2Gjspx1mVg5mDvz2FvSxthdrIuaWnV8S1CGFVtDFfBA1ki+ppgKoLEqQBtgx/wAB5qkCabq+8gEqxgwIGxkGbkYzT9pYYg1A1L4mQpwGjU3FemKWa4i0b4GUOy/EImwP1WqKT18x9uCfCcvS1FK2pngQD4R0IkW1XFiZubC2KsubYhYg8Tl9mAau4r8b4xoGpiT0E7nC4O1WZZwBUdBySmqn4SQSff7uWHntZ2TWvTLUgaTUlaoFYHxqQCdU+JWGkwCTEmw1ThH4UzU9RC0qgMfSAK8gZI89pG2Ik1S5gSpnVwYlr1l1e0BDEPVq6l3FRAR8Axxfo51nUMKCMrGAy5WvBPQFEAJ32PLFCorll+YWKbatLEMDYSrAR4ZExOHnh3a2gKYlalAr9BablQNoUosFRyFjHIYzd5H5/WU5d6cqt+76ROPEaXMUARIN66kEbiGcQfdiShxikr6bUwDLsGJER7IkyJErIIN4m8H3tBxJMxUeqtJUiCG0Q7kwoZ+uxIBvbe8AVwzLb7333+q2xAmedrkxFtWMFeMHVbjhoiifCz9ajAvEKjL4QCGLP41YkM4vAARhAIA1XsJ6D0UgBs/92D+IxazfZGlXyhqEgNRFVmOkSzA+HURN9FjH1EgYV6PBUmwCt5WOJDlxuT6GugMb+HpWPag5HXkiHFZQZge+iPwq484/xKpWUBAtR2JldJWVVGqN7VQggKjEibiReYwFqZRlMd46n+NhH22xlB6tKrTcl6oHeDS7sRD0qlMmbxAc7Yq0xRXHSvZX8zdbidsZNG+g5vrx5Rl7H58V0CyQ1Q+Fms4IsVcgAaWOrTBsYO7Niy4qS1/Yu01WkDaSOQm07YUuE5bu6qEtoAN26C5PP3+sYP5DgL9+cwz1K9fM09K+yNIcKCWKjSro2kHYe02m2DOlx5MzOv6D0HP8TknNk0dJ40L+yITVM1yTMRyipUj3X2xmGHhXe06KpmXNSsshmCm9zp9kQTp0gkbkE4zFH5LD6/E/WD/5PL9gfSUeN5XheTolzlaNRghdUIUkgc5ebfkcQ8JztKsHpPQoJTdVWEp6UqSTIuPEBIG1iORMYJVxScg1KI1KCoJW4B3Ct09I88Cf1Pw9F0hxT0hdI75iy6TIiXJA8uYAEEADCxqF8vlPbGYUSZz3tf2H/RK0ICaNS6E7iN0J6iRB5gjcg4G9n9dOq1KRJUsoJgGBy/eIEe70x1HifF8o1IUiRVKEFS1PUJmNmUL7LMLiPXCdx+qO8y1RBBSrpstNQFYXtTpr0G8xfqcLbMEfjxnRx4WyYqZeehhvhaMMs/eFVOpyBPKKQ+Mzirnab/pGrVTCakJJa8AQdINpiY5SBgG+aqRcuY3knliqax8h64ofKjdZLj0eRWsTouU4rw+ihprpYuwOpgWOrVIcvp8I2tYLewxZz3FUp021xoKmxN2mbDzI5efLHMwo5vPoPxjHjU0WPBO+5+PXDE1gRSoEVk/CDkYMWqWuNcXGYWitW4oSKfsyAQFIOlRIhR8MUKWY0KFpghQIET95xuM27FkoKodSouOs7GfvGPM3wKsEZu+1MntIFI9YYWJ3tAmMJ7QgAHgRxGnxtR6mUOIUHqC8C+5PriKgD+loTuQJ9yaSffE+/EAb4+e+CWYpgZ+kJF1S/rqGMe1HuMuCqAGHmJey/BCQD3G+2rnzgajv5YgNAA+wFI5BQL9MP1Dg2YA0u1KimxfUDqjmoBmZg3wO4nwTKyT+n09ZudUG/koIP34nC5D14g4NVuY7h8jE3MCKRt9NPt1fkME+G5fWunripxgKEYI4cB6fiAIB9obHBPgJ2PTFGD9Jvzk2ta8o9kZOE54ZWlqKqrayCdOqZ1EMdIDahJuOvpi5lu3ot3gBAM6UUxH9s/COkYE8Wq6stMbVB9xwvUyGMC/+yfuvgMuofG21YzT6DFnXtHJu46ZntvqBCiqAeYKyOvM4B8c7RGqVCqUVZBGr2pINwANtPU7/ABGJkahNkafIHEzcHrPsvxYfnOFfmMzcfxKRoNJjN/zKvaHitQLTmpUCPSll7xtJksplZ0m3lgx2ORRQRi1NPnWap3p0kgBNGiR4hGva0scUs6rUjShtLrTAlT+82x6YtUO0eYUXqah0YA4ZYAoyZ9Ozc46jg+To165q95RdYBA1DWGAXSIsfbUG++2LHEAmoAhRP7ik++QcLHCu1tXvaaBaXzlREkIBGpgs23iZ3w2k0Kw1Coj8tQWuinlZxKn3HC82FsuPaj0bkbF8LDf8oudqckummJSmrMRqaQtgN9IPWNsCaHBqc+DOZZ25p3iqfiTO0jYWY4vfKNU00KEaAkvpKPqBiA14GxGAFDhARQaqhnYExM6RA5KYJCnVJt8MMVNgo/fEerl0F/fMcaL16OXK6EqKWYtoIYkERAABhd+sCBcDAnjXaFXBB8BkSdImT9GCSfaJMm488LnA+AU3zlEMyqC4IIgsSo1qscpYAGTzOOlVqdAVCGSizsT4HSmXi0FSw8V9IgbT5YALiwv6nmS5e41iIGVqIrItd9IqH6IHhLgBUuSSsgbDdjY74OZvgwohfAxJLxALHSIMkLMC+GipwymVYrTGqzDSqjmN2I9q8T78R5el3tOlFQ0xT1KAw8LJAgMZDTYXkeyd5nCNTkVmpZRg/EMmMAeA8IvcN4tk6dAuZNRtQMCDEkaVkiDCzyuReIODtLi7UW0NTDafDYwRHOIIYzPTc4oZXsM9XU4zFIKHYlRSa3UTriIO8c9uWLubzqM5DRL8zESbaZ8uu3ni7BkGNQGoX09ZPrAuR96sWvr6ek3PbCitiKgjoo/zY8xvmOC0mYkgCYsPTHuLbnP2wXwz5P61emlVqtNQ6hhZmaCJEzAn3nFjO9iKGXQtWzFQ6RqIpqoIH1jJIC+Z6HfBXgnFmXJ5eZPzSAn3Dyx6k16gJVQA4YAgEFlIK1Kn1yumVnY3sQCFogKg+ktzavKHKg9DKXFuxOVpUC6ioW0uQXYyIpu4JACiZUWIxz7jwVaaFX8Qqp0sDIJj347H2iXVQYdQ4+NNx+OOGccMUZ6Mh/6hjn6pR2qTrfh2R3xPZ6SzmwRW069atTZuUTrUHbyJ+OPBRXGVl+cB/dYfap/DGd+B8cSHwnWIon2yqo+/G2aEAYiLm+InnDBAMJ9juGGvmqikqoZC8kxAXSLn+19mGROD5GhDvm6ldSTApAMpI5awNJ97DC/2L4VSzOdSlXQPTKsSp25D43+OCvavs9WyRVFc1MusMkxq30+IASTylbGdhiwWVBM5DYMLagIx9fjcq8Y7X5TS1OjkJJBGuuQSOhCjUPeGGFfOiM9R8xT/AMTDDDX7G5quvfpSCIFNmOm0kyLRzwDz+XJzVF5EDuRE3u5vEbYN+evkZSdipSnjcPWMNfsLX7sMHWq4ClkNo1XAV3bSx9dMwYnAKrRdSVZSrCxVgQQehBuMdfyuSdU0MVYCIaBNrDUCYbwmJkRpGFvtTwXLvU718ylFtKrDFTOkQCbg6j67ADliJUzEkMvHnJtPrG3bXnPM2pFJ/wCKl9hb88HOAXgYF8XChHVHFQBqZ1KDBuRzwT4A0QemLcA7p9sTrWvNfpCfG88+XoSgRmZwAHEjY3jrbFzgva8Ll0SQ1ZwS4CEBWidiYZAAFsbkTabVe0HD6tagulYIcNDSJXSbi198LmSy1SnVXXpiG2I+qeW/2YXqV3L6TdPjTJQY+MdK/a1lULTpqp2BkxvI8I3368z64U+K8AbMVAzUmU89IKqb7w1h7oxmY4iimdYBHmMUsz2iqNPz9SP3bfaAD9uJMCkWTY+/WXvpsaEdmo95Mv1kNLTTcrKKAASDC8h6b4J9lOzNTPd4VqBBT0ydE+1NhBAMaTPSRhOzeYIjdtSB5J5Gd/O2D7itlQdNWoniIDozo2kfRlWEqJn1LHnikd0ktPG3WkNEff8AMaOL9mkyOmp3jHQyhiQngYwUITeD1vEYNdlc2K9KrSDaNHgphRBFKIR1XaOXMWHXAzh1fOBKlQOWrU6WpzUAfVpPhRVMeL5wrM3nrGKuX+UKqSDVy+XqkbEKVI95L/YMe1GNBW4kThpp82ocurXXHWS9sq70FysFdSCrfSCDqKGQGEe+MLtXtJVdWUrT0wxOlWVrAkkaXCzb6uDPG+O0s49M1EqUggYHRpc3I2kp0xrX4Pw9qFRaGYcVyvhNdWA81lV0AESs3iZwxcik8GXrhZFUMp49L8Zr2F4xlFYipFOoSClUxAEezLWQ+u8+WHfNZVToWo4hfFTfSZ1Tbxg6Qec85HrjhTppJFwwMEe77RvfbBTg/aHM0B81VZV+rutv3GlRPUAHD3CP+oT2fR9od6nmdZysOzSznSWEgwt7EAC0TyvjTNVkpkjVUlpEBh9K5sbC/MC2FDK/KbVECtSR/NCVPwOoE+8Yst2qyVZ9TmrSay3Wbeq6oHnbHmVSOKuSppmRv9RSR6Q7luMKMu601CQoIAPInmbcsAa1BnpnxBQYXUZPiYgKqqLliSABzJAGCmXzGUqArTqUjIiFcTHSJkYjHD3pKVhnQkOpEd5TcRDKdjEDztzxFqtM7045r74icr8kIKEu1e0CyZqIh5q4hh5MGAIPqMZgVnsitZzUqfpTO0SSVEwANgQBYdMZgRly/wDL/wCf8SPafuppV7WJl8jTkK1RVOlDURWYd4wlVu+kXkkR4DE487MfKply6rVQ03YqqhGDAloF2OiCDY2I6E8hnCuwi8QpJWepUWNSaFGoLDMOQJub364YuFfJymV8amsxEbQJja0yPhjoYSQgB8pVqUXtWrzMca+bFbLq6ggVApAO8N1+OOHcc/8AbN/Y/wAS47ZSrFqKkyPEtiZNnAuccX4yk5Vx+6PsIP4Yj1n+4nt+k6n4X/t5fvzkmaeHTzDf4SfwxXqPibOG9Lz1f4GxXZMSgTt5TzMRgdziN/LElELqUMSFJAYiJAm5E9BeOccsMWf7DZijDoaeYS22kGD9am7fYGJM2jfDRIM2cY+sGdlKqUsyalYVO7p03Ld3IaSIA3G+1zzGCHFflINNi2WyQQiD3uZZ6jrI5pPzZ5e0fwwLy/aJBUBppqWwJYaRCwwD+JgWDMPZJtp6E4g4hWuH8YeSY0gK4JJdmiUeSd5tBsZs9HZe6RPnMmqfLlBVb9IN4p2wzeb/AG9d3B+iDpT+RYU+8YKPV7ypT1DQytRKko3jUGRpMwBqFSTf2QBscU+Edja9cA06TFbeLZfXUSAf7MnywU4kyKlFDbMZeslFyKgIZNVZh4IBUy+9/dhnXmdjKwVVQV19IJq5zNVGio9dmb6JLmf4VFmH8IwZy/BEBojuyA6Ui/mxRWa8SPETYG3lg1V1HIjKq0JAFter2g28zyj0wRVCUoe0Y0k+20Qun2jJ5QST63wS4ybsSbJqtvCxDp8Jas1WlRAnWI1GwVWYyTcxA8yfPB3JcLFIhe8VyN4BHwkXxvwnhNehWNWkNck2IiQTMAmx/wBMXKmWrK2oqoV9yCpi8xbnbliVnfG4TjkxGpyHI4ZORX1kva3LD9Dp2II0Ty3H2jCElFFN1kbEfhOHniyHuVDU2fxAgSVvFiT9WMLtfKILItMeoZo97GffGL2Uk8CNwZQmOiepg6nURR4aCE9Y1X5Wi2IKuQZ2LFGGoyTYD4E4MLTYrHeR5LYfda2PG4SpHtaj1Zjb05YAox6iGudV6GDc5wl/AQJUU0WRBuJ89rjFnOdoHzK00ZWHcoYLOGlXIiLeH9mbEnf3k1lcoqhfFeAPCduUWM8sVxl6VPNKlLSVc6TK2/Oxv8euEMFY1zHYchC77HAJ+XynQuydAPlQ1RVdgWhmAJHoxv5W6Y5pkaDMo0gmFBMAmB1MYduHcQr0KZpKq6eu197EgiN7ee+I+FGjl6RAMMG6g8rCQTsOXmepxmvPcUjwkWk1Y0yO1XdV84qJg3wXhiWq13SnSBnxlfHHKG3Um217xiPiXDQ1VmowVYyFkWJ3AEyfFPLy5YqdoeHd1lhqPjLBm99onnAA/mOI8eFmYWODO52y5sfcar+IhDN5HI5jVSy1OtWcD250InSalRSfOymfPFFvk7K0/DmEapeU0NAmIl5Mc/o3xc7FcTU0e6kCoCx/iFrjqQIHoMNtV1CNAgWP3TjqriVBQnMbLkRttn38zlXEeAZikYamTB3TxDl0v8QMUtY1H12x1zK8QprUqI9MHxmSQCfLflGLVfgWVzA2X0YBh8GviFsylip4j8etKjvCcbVQTcA+uLVKUMIzIP3GZf8ACRh/znyc0xqcIFCiSyuQLeRsPcMKNfg7qSdDgcj4W5c4gfA48VYcqY9dVjyeHykY4nX/AK+r/OfxxmN6XD1YT3qL5NY9LjGYy8/mfjPXpvIfCNXY/jppJTpqWhK1dXVVkkO8rAIM3Rpi4kRjoTPIkGQbjHPOwuTl6z+y4LOpidOvUI6GxI2x0BqYXwjZbD3Wx0sdHGGE4Wr4zuPWQZpvD71PwYHHGuOpFKsOgcfCfyx2HON4G9Mcs4zkdffou5NUD4kYh1vDIfX6Tp/hR7uQen1gnMG1E9f8n+uIKhtPI8+XxwZpcH1U6MvpKAe1TOkmAtpMx0lceHglUOPnomJJLbdbSGEcpvhAE6zsWPHlF9zhq4Z2geqgoNR70d2FYkTBuNTRcLp52Mi3XBng/ZjIll7xxUcwNIBpqT/APhEx5YYOI5rLUqD0qYABUgCmAAD1tA9YvikafeLNccj2zk6nOgO0g38Jzqv2cUakDCGIYyOYAJJ030gKdQAJGgTBYYd+EdlsrRoiqU1xeXBZlPmsWMzfSDgLVzdMqJ0wYsYtGkbbCLL0sTJgDBnh3EiuXU6tKTIMX9wHrYG074TpXd35E5rYhisg8yXM9oSbU195/AD8/djmea4XUfiBqMhOqqGkoQNgdWs+ErEGB1w35gqwAXVIZWDE3lWDDwi0SLgkyJ2wVXKisqqFXVChRcadV4MLdbzfcNbYDHWIuJ3FTNW4SoAgBtj4Tp5TuZB9IXENagBp2XcQ6DmL6WMx/NHrhsy/B1gBjBESQecDry9QDiPO5GnSUtUchLAkxF+V/wAsL7XaLYEe6YRuNdYm1aj0yGvcgajf/q2PLBJc3Tpg1KhUKLqgF2JvcbepxU4l3Lk9zr085sPdAGFniWdRWKECFtcnmJ674iyaBdVkGQkgeI8TKkzHGCo6zbiHF9Q+qkwBPMixI6WF/wAsDMnmxpqNoDPGqQql1QadR5lU84glh0JXarUpOZIPIGG6CBvPLHjLTMRIItJuY8Nv+nl1OOs9gDbInDftmtDiFMJOnrqkAkbkaCdzAi89Y3wQydbLd0C7apB1QraqRloMBwKw0gT7IUkeIzGBVTh6tAFSANvCJ57kG+/TE+XyKqQWZWVQCAJlm6Py0Acpvhp2wqaEqFJKaLU1a2YahIIKiTANyCSoDAiPa8pwWynyf5hClQUZLAMGLyBIn3b8xhWzWd1Ezzn/AH64LcG+VEUzFermqp8KG1PQii0oFKjpPhm252xLmAIFwmVm7gv6x4z3ZVVUd07VH5zAB5ELYR5XPPC5Vyit7Sg+o+zDDW+ULKLSp1XqwtQ+E93UhSDuVCErYGJgkG1r4J5LK8NzanusylVwNTFKi6rndqfK/UDALR4nlBxrRHER8xkda6Q3d+zcbAAzB2tG/lhU4/mC1VwrmHcp3bgKQVjSVvBELpIMFSY527EnZPTpek41SCBU6zI2HX7euKmYyOaoeJ6SlUY1JU+EHUahJ6rqvcDnfAOCDuUXKEzHgXx1nElqEEG4IM2sQRzHMGcNOQ7csU0VpcAjxCA8cwT7LT/ZPriPjCjPVz3FMa5YvUEIniLP4id5YtBJBtABGA/EeA1qI1MoKX8aHUttwxHskTswGNLfGdcd5QHE6XQ4rlsy3hdSxJhW8Le6d/dOLf6Gy+yT6Hf4/njjam3lgpke0mZo+xVaOhOoekNIA9Iwpxjf9QkzaU/sM6lVzdR6TU116kYFlAksjCAfDuoYEEeYnliqeMMq90QeViLg+SxMwRa0+/Cllu3dQkGpTUkbPTZqbD0Mn8MEqfbnVvma1Izu1Ckze50UmOUkA4UcY/YYIGTEKZLjUOztL+lqUkqc13jpO14jljMLaZ3JES2aUk3JZ4J9Qb4zAfl8/gV+clOXP9iXuxefVDU8Dur6RKKWCm/tRtYzg+eLFq25iSTeQccl7O9q6+VqB6T6TsVPsuOjLz+8cjfHSOG9vaGaqIO5FF4ltjLW2IEkC/rIthLac5dgVyu2WavCyO2XbYPyh7N1QZTdiGgC9xuJFpHScJVPKA16+uyozOwkToLtFpnxEACYn7cOtbOUmWNYBIKyWAInc7gjy/DfCnneAUtQ7h6ZeFQMWP7NQdKMy2YggAGJi0ROL9Tg7RRzyJzdPqWxEgdDxBLs1ZyzrAFlEiPcABBt0FziJ6dLSafePKy4CtOm3iBJDAAi8dV5SZ9z2XrIKikEHbwkGANzYnfxX6RijksnobSfDMgqRBiL2N9pxDQAoT6lNmzuHgSPieYqJp7oFy4MLpZn8J8WgIsWBUyep3xfXi2YIXVl4MHUPCYIZhHiqD6IU9L/AA2XKd6VG0GUePZMe0hNg4IDSZ22mMa0+z4/rGYR/V0B5T4aQxdgI20JwfxBcnamzx4SbJZjvNWukENtJCoJ3uSHcnlsRuYHM3WfulLKGmyhVN2ZiFVBsJLEC9r3xOhYrTV2kUwFE+gF/gMC+PccWhVoICurUanifQPACQS2loG523AxTix97mQO+xZY4TU+er7qy1HRylQDSwVaZFMhRazbTcmCLjDN3Pg1LZtNmWxIuyg78zttcxZiCs5fiq5kiuoCh0QxYGSuoz1M21c4w0Uc0hpJ4l9kA3HKR18sOcLfd6RFkqCesmpcWqaQG0lriACRz52O0e/FytVdqLMobUukrEzJYC2m/T4YDCsuqxmfO2GTgnEKVOdTqABaWBJwuYIN4f2KqVTqrsVBM6R7R53Ow+0+mOV9uaYp8QzNOmAFR1ABJ27tDY9ZOOudou24pITTWo/ICkjOxPuEKPMn8scY4rQzOZrPXOWrqahBK925iFCxOkTtvhqUDyYxbPJ6QUXI2GrykfG/PHjOQR0MyNJnqBIsI64t/qPM/wBRW/un/LHn6lzH9RW/u3/LBmjDlY5iLzbzJFvOeePaWbvIOof6jp6YkPDK4/oK390/5Y0HDqxJmjWgX/ZVPs8OMM0dZHmMzpWfh+f+/wAMCstS1uoJVdTASxhRJ3Y8gNzi5mshXZr0aoA603H3jGv6vqDdHHqp/LHPzPZqdjSYhVk9Y+9puzNMcNpacxRXuAxCxp742DEQx8ZgC8zAgrJlT7LdpnyNU1FQNI0mbGJBOkjbYfDAggDpOPJGJ93iJWmmAQo5u4/8V+WKu9PRSpLTup1EyfCwYHkN1H24h4l8qWczuXbL1RTUEqS1MFSwH0WBJETBtG0c8I0YkoPDThmNzuqYmkxYyGrpOs8IyfzGVNBCUqUkLFVJDVYK1AxH0w4i+wgbCMTdn6DCvV1Iy2p+0pG7tIEjqPu8sKXZDtIKYNF6tSnTqGzI7KATYh4Ox+ty5226FksmtEjxOWdqYGty1g0+GTtBnA49OVzb7kupd1U4yOD4xW4n2ZoVHY6dDEm6W5/V2+zALP8AYuqgBU6lOxKsLbbgEb+mH05O5PU4MrU8NPSCfm1UeRi4JHnM3wGqydmAQJMubIvFzitTI1KZIZCIHqPWRIHvxiHHWuIsj5rSsHQgQkeVzPvge44r1+z9B/apIT1i/wARfC8SnKu6Px66x3hOX4zHRD2Hy31WH9tvzxmC7B4785j9ZyQ4bezuXVsq7lQXU2YgEjwjY7jHuMwDdJdk6H2S7lGLETeHi97dMMxEUXIsfD/ixmMx058iOsAZWs2phJi1ptuOWC2WYhtIstrctumMxmJiO8ZUSdvuhfLZZCZKqSbGQLi9j1wSy/DqX9Wn8o/LGYzFSdJOxNy7SyFL+rT+Ufli3TyqDZVHuGMxmNgSwmXX6q/AYlSgv1R8BjMZj3jMElGXX6o+AxutBfqj4DGYzHp6eiivQfDG3cr0Hwx5jMe8Z6Z3Q6D4Y87peg+GMxmNM9PGor9UfAY1NBfqj4DGYzGGZIzl1+qPgMRPQX6o+AxmMxk9Imy6fVX4DFSpk6Z+gv8AKMZjMFNuUq3DKJ/oqf8AIv5YF5rgOWIvl6J//Gn5YzGYyGhMB57geXUWoUR6U0H4YzhJ8VJfoq7BV5AaDYDYDGYzAypWJXk/dQ/S2GKvEKhAsSLcj54zGYm1H6ILfplyhRVVGkAW5CMTYzGYevSe8JgxmMxmCmT/2Q==">
            <a:extLst>
              <a:ext uri="{FF2B5EF4-FFF2-40B4-BE49-F238E27FC236}">
                <a16:creationId xmlns:a16="http://schemas.microsoft.com/office/drawing/2014/main" id="{8CC765AD-80E6-30D6-414A-0D66DD4B975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3500" y="-1571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ja-JP" altLang="en-US" sz="1800">
              <a:latin typeface="Arial" panose="020B0604020202020204" pitchFamily="34" charset="0"/>
            </a:endParaRPr>
          </a:p>
        </p:txBody>
      </p:sp>
      <p:sp>
        <p:nvSpPr>
          <p:cNvPr id="14355" name="AutoShape 33" descr="data:image/jpeg;base64,/9j/4AAQSkZJRgABAQAAAQABAAD/2wCEAAkGBhMSERUUExQWFRUUGBgYGRgXGBofHRscHxoaGBwYGBoeHiYfGxkkGhkYIC8gIycqLCwsFyAxNTAqNSYrLCkBCQoKDgwOGg8PGiwkHSQqLywvMTQqLCwsLywsLCwsLDQsKSwsLCwsLCwpLCwpLCwpLCwsKSwsLCwsLCwsLCwsLP/AABEIAMIBAwMBIgACEQEDEQH/xAAcAAACAgMBAQAAAAAAAAAAAAAFBgMEAAIHAQj/xABKEAACAQIEAwUDCAYIBQMFAAABAhEDIQAEEjEFQVEGEyJhcTKBkQcjQlKhscHRFBUzYnKSQ1OCk7LS4fAWY6LC8SQ0o0R0g9PU/8QAGgEAAwEBAQEAAAAAAAAAAAAAAgMEAQUABv/EADYRAAICAQMBBQYFAwQDAAAAAAECABEDBBIhMRMiQVFhcYGRodHwBRQyQsFSseEjM2KiFTSS/9oADAMBAAIRAxEAPwBwr8KpoFLD2iFHrBP3A++MQfrCjOkU1gTYXIjcmP8Axgp2q4a+ayumgwSqhD02DWJggqSNpUsJ5Eg45ceB5/Xp0V9dx7DcxB8e1wSJmL74jzs4YV0nR0qY2U7us6LleGU6klRsYPwB+4jArjHBi2aZQ7ooUGFaLlmuY3sB8MNHY3gpy2VC1jqqtLOdxJERPkoVZ/dnnijxpyM40Akd1T5eb46OlskbutTk6zaAdp4uB6HZid6lX+8bFX9StBvVBABEu/Ujb0FsN/CuHUXTVVqOrlmt3zLAkhQFBAAiMUuJ5QK7CnUq6RYRXYkzTJDLNv2kKRPnYYecvP6ZMMRIvdBOU7M6kBL1JvtUaLEj8MXcr2YVTJao3kzkjptg5Q4ZlpbVWf2vD/6httK/v/W1YkpCmtQJTYusrctqO+2omTgd+6xULZtI70pJlMv3SsVLMVBIXqR6fYMbUcjl/wCkUqPrA299reu2KVPhbMiuhIYqNmKhrcyLgxzH241pBmJRgQ0XWpUqtbrGoBh8cfOtqHVtxND2TurgQiGP1RlSCUhiByKn42xT4TwikSyuuyowj97VMnnsMUMlwNEql6erVfVB8IF7ee5hbxOCzIe9Om3zVH7mw9NSWxlwIt8CBwqniTVeDZVQZsQJuRiHh/C8tUSY5xYjoD+OFntnRNClWzClQwRCdQnVBKqu4tLG889uRi7Hs/6VmaYICqEc6RF2LC8k7BYwB1Lg0R16cx66NWxlw3SMb8IpCuBp8JIX7GPxsL4JfqDLdD8R+WKuYQ6V696v+F8a5nLuykays88NyZ2WuOokyYQ18+MAZTi+XOcOXqU9KMdKvNw14VwRcMIhhaTFxDE9xLglEaQg3JmY5KThHzwVOJhGPhC5UBupL1tjz8TL8cdBooda6r+3/gOBxZmL7T9+MdnwoEDqK4/txI8twnLmkjspkorGOpAJgR9mKXEKWXo0nrNSfu6ZuRPs2v7OoG4kRa+N8uxWgrM2lVpqSSYAAUGT5YSO0nBActXIptrUAgBTYl1k6RYHcTGze/BLmZr46T2PToXVWPUiP2T4fla1BaqAlXXUvmDtYicV+HcOo6SKguIgDcyAT9+K3ZKg65LLgyIpJIIgi2xHLFvO8OFR2EkaRTgjcTTWfd5Yzt27MkdbgNgUZNt8czKeToEyabafXxDzgi4/3fFunwvJsYBBPTUJ+ETOA5V0Ol9YnZjWq6T7gRpPlOIs1wKm7BmHj3ApyJ87knn7RPPzxMNUycMbPsjRp8bdTQ+M849wZZAQsoNYLKmDGgmJHuxV/wCFv+ZV/vGwa4k2ilTLbjMqD/dHFXiAVstmagrOtYKxpKtRhsgI0ooaSTP0WvyO2PoMLVjBqcTMt5Nt1BT9nYdV7yp4o/pGnntfyxBw7gbVCdTVAAFP7RuYkiecYK5imTQrFatZXVGZZqPIYavAgUEuY0EHQ4nUI2URulQkMHzCqWpjRLsyjVFVidIUxTOpQJuD7dkDO1H9MX2J/qm1LssJHjqfznF79RL9XzxdyKaadL2mZkRnklocgahcmL8ptgvQCEX5qvLyM4VlNgGo3EKJF3Emm9PSSqz0OkGR1k7WvbrfHtBabuEZQCwMQImD0Fut97c5ESJ2aZW0KfZECYnTy5f7vifhvBCtZWJnQZNzA3mfMgkXv4vXHBxNn7UXfr5T6LKun7E1Xp5zKnA1nbGYO188uo+x8ceY7HE4lT5moMUMoSp6qSPuxfpdo82ns5rMjyFepHw1RgStbG3ejE9TtEqeojt2T7d51s5lqdTM1Hp1KqU2B0mdR0i8TuRzx2lKRd2Us3hjkp3LDmp6Y+cOzdYDO5Q9Mzlz/wDMmPpbJ/8AuKo8l6/WfpjGYgrz1P8AE5mrIDqAOv8AmQ5jKhBvJPIqn4KMeZbLlyQdAIv7B/BxijU4kDAIPhsTMzEnn+eDORyxHibmIA38/jthS52bIQp4EDapHSV8xkgglikfwv0J+ueQPwxXFVEYQUnUQDLASsE3uIHMzAIIwTzbgaZQsCxBhZjwteBPTTe3ixVWqZvSXUGIEC+5htUQJhTvz5mAbO0bzi9i+UrLmRTQgFdNMCYYmBBYXFMyAATbaMZmFWpZwJU2hyGm+x7sG8G+xg+eCrUUJkhSep0zaPLyHwGMbLKZ8Kkm+w3tfbewv5DphVL5RlnziLQ+UvLaQBRzCiNgKP8AmxOnyi5TVq7vMLKqu1PZZj6Z6nHEqHEKqgDVta4HK3ScTjjtQbhT7j+eN46VOh+XX7M7UO0mSzRKd1XqFhdQgMjbxAWIvF+uCmSaihJp5ashb2iKaAmNpO5/1xzT5KuLGrxAU9IE0qlwemk7Y61wtdSMejt19wthZI3AVJMrDG4TnnnrNdasP2VWdQafm5kCOsRc/HG1WiHiVrAjYqVBHvUgxt8MTZnPpTG0+U/nzxPlK4qIHX2WuJBuOu/WcM9oiunSCVo0ZU93UZi5pgsFY6hqJEtJ+ib7Wxf03BNOoYnnT5iOs7HHlfL6agZKQYwxnaGgdTAJEiQJ25ScY+YqxamJjmRAtMefqOo3vG8eAmEk9TNFy8IE7uoVA0wTS2iIN72wMzHCctRXvGy7BUg/0RAvAhdUCJ5DBb9IqEiEAF7sQOl4EwIkbzPlcjO0mZf9DralgaCSehDrFvMSfKw3mBr0ENCbAsys/a/L9Kv/AMX540q9scsrMdNQE6ZHg5CBzJ2xz7v5+lGK2ezEsTq3/LAgmqInQODCD1M6JV7Z0GBBR2B3B0X+Ixd4ZnV7oVETSrGPE8tOrTfwHnHM745L+sCNiMdG7J1tfDUY7is0+5ww+yDgHBUFqEm1hx4sRbHdxkqZMuAGRTD6/ab2o0z7I5HEg4Yeij3N/mGLOZfRcST0i3qZ2GIKPFgz6QF5TBBidsOGUrxciKqTI8xw+oqyoUkRbS20iY+c3iY84x7lsmzai/hE+EBVB0wLkMWvq1e6MEz/AL9nApqdPwHvH8ZLASIJIeTEb+Ob2GhY2ue8+c3aPKWP1eB9M+8U/wAExq/DJ/pKnucD7lxFl8gndCmrtCgCSxBBsRKxAOxiPvxKeGLMyZLapB8y0WGxJJPqRtgST5whx0nO/lCpPRzCIlatoamGhqrm+pgYv0Awqs5IgkkdCSR8MdC7acEpmpTLF2hD9KN3Zj7Mczhf/VGXH9Grfxy3+InEr6dnN7uJ28Gux48aqV590We7XoPhjMNa0KQEClSAHSmv5YzCvyH/AC+Ub/5Uf0/P/E5JW4tk2HhylVP4c1P+KicRfp+U/qczP/3VL/8AlxY4fTDOoZEIn6o+218Mxo5bnQpfygYvDek5jYqNBpR7CZCjms5TWlTzAemVrXr0isI6mT8ypNyLC+O7cN7RZSrm6qU8wrVAANGlxsSSVYgK4BMErMc8cx+TtqI4gvdU1QmnUWRaRGuI9VGLnZbIA8VpAk/+n7xgVMgssUtPkIdj/ZjCyysV48YjJhuyx6ciU83xTMnMZijTkkvU0AC8HVB9Nr47UAI/8YWanHMpQpHvDUUIDrISpEqJYWBB928GNsQn5VMhBIaqYBNqR5CbTzwQCVaeMjwad8ZYkkxmzlAusK2k9QQOo5XMTMSJgXjEdLJMC0VWAIAAkHYu03Xfxx6It8Cc321VDbLZmoJA1IKMXAI3qCRfcfVPTA2n8q1AsynL10KhT4zTHtTaA5hhBkGCDjR06j4yns28ob4xwWvWUCnmGpQ5PhLgx4jEgyfEQTyhdIA3wfRb/wDn8cJLfKlR5Un97x+eIm+VVeVD41D/AJce3LPdm/lON57gKCtVX9NyqkO4gjNAg6jIP/p4t5E48Xs4p/8Ar8l72zA++hi7n+z3e1alQZgL3lR3ju5jUxaJ13iYnAipwlhPz6iDElY/HC91zqpRHj8o6fJlwTuuKZdxm8rU/agpTeoWYGk9gGpKLEA7jbHYeC7P/H5/VXpjjXyWcJUV3zTVTUbKmn3aoyhSagqUz3kqT0iCNzvjq3DuOqXZFRQbsfa3B0kQ3oYiR4TtGM/cs5uqQtlDDw63OafKdxyvSzlenTq1FAAZVWfpU1Nud2Jx2TJ5cJSRALIiqLdAB18sLPGsjRfMrUqUgXS2oz9EkrKyAdybg74ZqDyqkiCQCdvxw9lCgVFbieJBxD6PiCQQZJsbiFjUBcwLzvAF7VKbDuyor3hgDKzcnSSTLTeLH6NsXc0ZZBp1Xn2gIjnGxPSeflJFU7D5oy0sfGwM3062A3AEi50x4dlnBBkPCa65cJl6uZ7yq5YrqaWaZaBImwBgcgMWO01ItkswAJJpPAMXMedsaUMmjVFc5chqYlG1mRIBmCQNRLVAZ8Xhk74uVqwqUqylD7DghgSCPEu5sZiY6ETvjGSxCRtrAzjxkCBSptJgMKYv1i0e+MDM1SW5JUdBpv6G1r46MuVpqIFKmAdwFX8sVKnDsud8vSPqi/liNdJlH7v7zuHX4v6P7Tlddr2GOm/JizVeG1lUaiuaYQL/ANHSP3nEeY4Nkm9rK0/7JqL9qOuGfLZhUFNQnza0qegF7AaVULLkzyF5J1CeuKWxlUO4zm6vImddiirjBnlPdVBF9DdPqnzxz7s/n2GZMGwRjbyIIU78tR/snDpwk6htYg9NtU8+UN8Mb5fgmXpzopIuqJsLxcb9DhOfCclEGpCV7wPlLWUzGtFbaR5fliitNwSFp0wNVvCRfx3J6BdImIJYgWwSUACBAA5TH4YG5dEyxd62ZEVHAXvKmkA3IUS0SST6wOmKFBA5h9TxLORJuNGhYDLAI3LWP70AEiLaufK5p9f+rFatxWgglqqKDG7ddueNavHsuoJaqsATME7emGBCfCYTUXu3jqr0dTKsq+5AmCvX1wrioh+mv8ww39o83QzApFQtSAxkpsDpIjUOcfZgG2Spf1NP+Rfyw9cDEQhmUCiIPFMfWX4jHuJKuUpyfm0/kX8sZgvyz+Ym9snkZyBM0Nx/v3f64mqZ+B1m2nr6dMVqdKLmwGPKS6jq+HpiFbPWXN6SbLZuqrB1qPTYbGmzKwtHtKQdiRhr7JduWytSq2YatWDomnU7vDBjMqzXBDCfTrhWp0pOPVqySCPCDE/fhlCosidCr/KNlqiVldWIZXSnppsvhKwNUbMSSOfLbHPHqsaZHMqR74xlcbIOdyfL/XG608YqBekLdZudHzXyp5cgRTZAW0tqpknSYJ0tfxA7SBz2scLHaftCmZzK1aCstM00UlwQZVqhsDy8WAgyUwYGNu65dDgQiqbAmGjxCSVDi/QqjAdK0DqdhizSzI529fzx4iDLZz5BIKgweVvSx8sCeIUAxmLGSBG0mfjf7MV8xx5NR8LWkcrwYnfEZ7RJ9ViP7P54AgR6bl5qM3yf8Rp5f9JDOlMuKLIXJALU3LabAnY9MOLdq6Id6hqKStNhTXxtqJQgAwsKJIuWOOS5fiKVXiCoF7xfBU51PrDGbeOYGTvMTHyr8qdcmRRoCNpDH/uGK1X5WM4GA05cT/y3/wD2YTP01PrD44rZ3NpYTdiFEEbnzJAA8yYxjbmFCCFQeE6hwjt9m6xqy1NQlCo4Ip7MNIBIm4vthnyXabvE1rUlYEEBD5XgbmCOUHHMuynDaqd+W0w+WqIIYGCxSC0Ewtt/MYMcHzdPL01p1GTWgM6ZI3YxNo9oXicUJjehuERkVT0jHxjtJWp0mfvGUBt4EhdYHIb6emBlHjuZWmUqV2c6iC02IKg9BaDzGK3aDP062UZAdIqqyK5Fpm+17YAZd1p0BTWpLBmbVDRckgQZMCYiTYe7BMhDWPKIKntAQOKMZBxIMLMDjRmY+Q6nCrw4ureMrFzKzJ8rgQPLBwcWQqwaIIAFj75sY6SMDi3kd+OTdXeEs1CrIzI6tpYI2lgdLSAVaNmEixwTy3GSKeVlVJYvTvq2UkW8YgwN4Pwwo8NzPd03FSohZ3RvCCFENJhYsTcneSbk3ODK1Qy5doYik1VraYYOxjSILHcfV9TsaAm4QTcCdp+KZiv3TJCtRJCqwABWpuT42O9JYJi026a8HzGbbOA13QADTpRV6qIJI2g8r2F8Q57I6G/9w7lihI+bEGXsB4vD02585xJlcsf0oDvKntCT4Zi37vWMMHAk56ztMiNr/hhC+VPiTKuXpqnhLFy1mKso8MKSoaxqcxsDygta5YX1VKpifpnCj2/zOWpVKaVXEOlQqartKsBpBWGiYc2IINrWwnUEhDKNFt7ZS3Sadq81U/Q1NNtD1Ep3AB3AaLg228/TCVXp5ysKKVqqlCQJAGqNUGLQDGG/tVTJydC7CFoyR/BF/KSPfGFruINAF3E/vfvLt03w1TxF5hTkSuOytAkrNclULx3g9lRJIBrenxG042q9icveVrHSNRh5tEz+1/3IxbzvDqBRGkGoqkks+qZEDSFICG5kDe3niw1NhTJOYYlje7mBYABFZZCgxJJsb7YWWINcTNtjcvSLtTsvlASDTYR1al+NbGY94nkFFVgteqRaDFQ8gbnU0n3nGYHtPZGdlFuqhiXNh9Ebe/rizlzqUHFTiJYKJAieR8sXOHoe7E85OJ+bnTpQnrNqpIUkWx7k6YKiPt+2cS1aUqQOYONeC5Go1MmPA2oTP9k+c9BHI4wtUzaChI6zYUlmVKtPMTePJgGHvAx7XOhdUTt9+LeW7L1AC4hmW06lUFSRMKzBmIheQux3xa4r2WYqBSqayQDpKuvTbUApueXQ74A5lrrAwqxouIFp1RUYs1gABcmAegjmb+4Hpi3Togbdb48p9maukqxCnVztsCI3iWkRJHs4mr5B6CqYTS+piS4sxMsDGwnaRtjVyXwZjKe0IUd2amhPXHj0YHXFccWP/Kjycn8MS8Xr1KIpMy02WsutdFQEgTEOCPCfLB3AIo1AtPiDy0NEMdgLCbDbGVOKVfrz6hT+GIzSpMSfnBJJgFPXGx4dRP8ASOPVQfuOBMeD3a2/KS8V4pUFRgulQIgBVPKZuDglwuvmO5Dq9USpbwJSCkjvtvDP9Go/teYxBU4KuZq/N1PEYt3bn7YjEwpVaQ7sZqmum2llCxudis/SPxxpeIOO6uS0+0OZTMtTNV2VWYQ2kEgAxJA32NsTcY7VZhUD06jJqO0Keu0g2tbA6v3gDO1ShU1W1IELSRG4UHacPvYrsBSzlJP0m6tGjSWBXwk+KCJMhvsx5SSajXVQgf3QJ2P7SZioc3rqswXJV6iyFsymnBsNxOD/AGdyLZmhRqO0vUXUTEkxK3Agcvsw4cO+RvKUO87tmHfUnovMmUeNQEtY2F8W/wDgunlKNNUJZKZVQCJ8OrV5k3w4A1UlbIpPEDV+DTRppq9nWZjqx5TgJxThGgAkgyYsPI/lhpqLCgLadUepY4B8W1ssPbSw2EbiRfU0nfkN8GRxMDiwILfI2B5emIxw4kWDH3YY8pSAQW/3ONnOMCxlxM4lkWpU2dxCi5JwSyufYLw+lpPzxr6jewpm0+sWxJ2rVmoFVAJJmCCQQqtUYQLklUIA6kYqZaGfhTk3FLNsAQSbzNwAJHOwnkBgh3WqLYXFn/jjOm4RhtbTU85uD1j4H3Wsh2wzRqDvJ0cwNYJ9CTbArsr2SfOuEosmkDxOVrhVMWE2EmRaZiTsMaZzhFbLVu6rmmjqQSDUqC28iTBBGx2wJzeYgDCCauPtTtxlFJBo5r+9H+bADtTn8vnChprXQKrAh2RpkqRvqiI3EG+A2YdWYkOhkk+2nX1xZo5dtEgAiC1mT2Q2gt7Wwa3rhb5NwqdfDptOpBvn2xj4j2610lWiro6hRLRFhH0XnfA5e0+aI9tQesP93eYFZbJVGmEJ25rzYKOf1mUe/EvdMN1a3kcJbO4HEedJpWNn+8ZanaCoQIkb7s5Hlswm3XfAmobmS1/3j+f+4xoM0o3n4HDD2XFCvTrJVRYp6X1xD6Tq1DVEgDSNupwhdRnLUDXumZdLpETdV+//ADFp8sCZk/E/njMEsvxE1FDJlqTKZgiix2MRIMGCI92Mxn5zU+f/AF/xM/J6X+n/ALGc+prME1GI9L+lzbli8nEEAgBoHp+eJKNNGIUBnYmFC3JJgAAAXJMev3Ng+TPNBkBRAagkBqo8J8PhchD4pP0ZFjcc7yFXqanJOQxXyWcFRwqq5nchZj1g/wCzizXoVct85QhkcHVrSQp2i9jckC1rg4J5ekuWrGlmaLAqb6akOpi15h1gyAbXkeZbjWZydMAU0dmqqHPeNKQ030i5uDGwO9xjzJdCauUjpE/gmeZGZKoBSqpWwAKturSIMTKm4s7G8QSXaLNMBSC01pB6VOoe6JHjI8WraX5GIF+eI04etY92hTUwi0yBtNhsBFzYYJ9o2JQuTZZ1GBYt7wdMiJAjfphTKq5FEcBkfGzC+Ir5nNVjSFMsxRTqE7zF/FEm0c+WLtDM16mXWaZcUtYZxBXR4SAxBgFTrmeTDpgz2XpZavXCkoQkOFPg7zSV+b1sYEgkkcwpjqOj0M/l6S6zTVe7WV0uXjyAXwgRYIOZ2AwnUZ8eFp5NzJtIM4ghSoyp82hdlXUCBEsBP+zhw7S8BqDKU6ialKPp0qDpFMqIZTBVmaoJIBtLWE4DcL4PTDCKbUST+0radCDmNIbUAfZH8Q6SelcTGrh1NKZVmPdgDXp2uZMMR8OYxcqgjmSZGZXAUmc77N9kM7mQT3yIqmCXnUdiCEVdrxcjb34l7R9lM1k0VnqLVFRtKmmTIsWllIBFhuJ+3B3IdlMyU1LmKK1CzEqtU2kQPFAOkC+nmVEmBi3xLsXm6i6u8y4ZW1DXWInci4TSTBNjG5MiYxJsydrdjZ7P5ju2ev1G/bFbszkqjKRcv9MFWlVutgQAZBJkGASAbxiPtzk7UdWnv7yoJLaDJBYchMRJkySLA4PZCuaGZXv62Wp6CdWitrgEEFfA4IkEibkTtzAHiXBaFavUqtnKZNRixJubmYjVMDYT02G2GMqg2DH4xkfusD/eWuCdk6Pd0hXU+On3jMXYEMQSoUTBgECwIPPBz5Nu0opIMvUaaqVWA3vpYtI5R7QjCxlyKThVqs6qNKuovyuo1yNImIv9kX8tl8hSqI/6TV1021AdywkwRfcmxI9+CDqD1ED8vlPAUkD0M+gadCZ1NrU3AIFhv7/9MVM/lndKqtp0lfDEz1vjnVPtbmIEGRAIio62IkdeWIj8oLEECqgbaCarmdoiUn3YYzqvUyZNM7nui6htidKerT7mvgVxSoCh33U38oX8RgLxPjFCoRP6QGUsZQ0wCWMkFTNgZtv1JxQObTkuZb17s/8AbjxyYz4xx0uTyjZSqeAYierfC0OKRYJXHQsFgettseNxFGMVEzSEWJUUoPKRK7YMOnnMOHIPCTdrs+9Okj0zDrUUg38wdiDsTzx7l82ujh5ZTq/RKzSPZUkNqXfc2geWNP0XIusGtmlncFaZ+5DiVshkSEX9Iqju1j9iTPMMYgSMCXxk2TCGnzeCmFvk24jl2pdzRDUmTxsradTSVGu06hqKreSo0g2gmr8pObymZenRZia1AsCwBIGqJpzpvBA/hgiZnFHhHDcpQzCVv0tnCBvCcuwBlSpDy51AyD5FRiLKdl0nvKecp1NN4q0iWJifEdZGomTtz54SWWquZ2ORHLsCPcfpA1XsfSuNRkKrkaT7LAGbRbxL8cE04ZUZSoTLsAgEGkF8IYMFGlltrOrSB7V4m+Hmpxqr82aRyXeiF1zoDJ3bAjUULJBBgARZeRwu0ezmdJUo2VNMowKjMMCwYWJ+aswsYvecAig3zCOXIwBofAfSBE4IaLpVFGgrC0Ia6RtKsoqQUPSIN8EeIZ+sSCaVOSqsSrMplgGuYJMTub4IZzsrnn7nVRod1RjVGY1FhILW0CbA2mbm4nE3aPssWqq3dhUpftHQiVpmYAE3uIG8SfQkVNE3A7WiLVfh9ICzfEKk+EP6itF/TTgRnu1VSiwBNUWkzV1R0MaR5nnythjz/ZzMWXKq1TWAYDgERDagWYcjBH38kziuTrJVcVaTKwNw4g7eZgxtIJFsLRhkG++Iav3aCi/Pm/hdR+HaivSCpTpllVVGpnkk6RqMqCD4pgjcRj3Cbw+vmxTHd0GKXIPdAzJJJk3N5xmGHd5wP9MdQP8AtGXs7lcrkq/euyVSqMEFOnUkMYEhjTCjwlhv9I4sVO1VV6/fMvgX2aa+1uDOowvL/wAbYx8uqKSXpKQNppg/aB9+E7tDnjUcKHimpgkFo9+kNuRAMG99sR5EbIbevv3yz8vhY3yff/iM3aLiOWzdTv69KrTIpqpAIKmGY3KvquXiy7AX6UOJdochVYPUo12IUKSrbwABZzAA8hJ54DUOK5JIFSgyW3MuPjM/FRg7l6OXIDJTpEciEX8pnFeNHqrEB2wJ+1vjKY7T5SmIoZeqpP8AzVBNucAg/DG78bqrEZdqpa8sXYC+5CIs3v7sHKWkUwwESzCwEWCnl/FjK9QBtIJ2U36lVMfaBg2xgG2PymLq/wBqKa9sX24jnnFsrRA80P8A31PwxYyvAuJ11LKaS6LhCEk/wDSwJHrPTF1eICRIkTthuy/EaWXpd+xZFQSwKEnluBJEWv54HLjPVRcT+b5qgJy9jnW70tWcmlTepBZ1UqohiqkLLKWWJG4nlejTqKxlqtWmDfSWZyoPKbBj1ML6YbuL9qAa6VqqqtGquZRRV2dHNBm2K3BEG5iRJJmEvjAUVHZL02dyrKPDGowFbYiOc7dcPP8A64vrf1mYc5bUk+n0l2qcgW8dSuDb6NMg25NqbnJgnF2jwbLkAplc5VDXDKgg+hRSCPTCkHVrHbnHLzHniSjr8dFvFo1QCJ2u2mbi0taOeIzU6q5n6Ru/QFE6eHVoXnVrmmB7nUYr5HtPltmytFd4YxU9CZg/YcCOGcIpOqtpFRm1TTXUChBgaoMkMDIIsL9DEvFOF0hS1fsaiAAK0zUvBGncECTq2tHMHB1Qv6SdspZ9pJ+J+s8z/bfu6jIMrQ8PPuqPSdjSODuT7R1qtAFVQagsqtKlckhdKqKQn6XOdutlnI1vBLKW0kLvFiDHI9D9mCQobOlmkRPXcaT16beuFNyppfnNVWGQb391Qp+t6gMExFoIFotG2Gjspx1mVg5mDvz2FvSxthdrIuaWnV8S1CGFVtDFfBA1ki+ppgKoLEqQBtgx/wAB5qkCabq+8gEqxgwIGxkGbkYzT9pYYg1A1L4mQpwGjU3FemKWa4i0b4GUOy/EImwP1WqKT18x9uCfCcvS1FK2pngQD4R0IkW1XFiZubC2KsubYhYg8Tl9mAau4r8b4xoGpiT0E7nC4O1WZZwBUdBySmqn4SQSff7uWHntZ2TWvTLUgaTUlaoFYHxqQCdU+JWGkwCTEmw1ThH4UzU9RC0qgMfSAK8gZI89pG2Ik1S5gSpnVwYlr1l1e0BDEPVq6l3FRAR8Axxfo51nUMKCMrGAy5WvBPQFEAJ32PLFCorll+YWKbatLEMDYSrAR4ZExOHnh3a2gKYlalAr9BablQNoUosFRyFjHIYzd5H5/WU5d6cqt+76ROPEaXMUARIN66kEbiGcQfdiShxikr6bUwDLsGJER7IkyJErIIN4m8H3tBxJMxUeqtJUiCG0Q7kwoZ+uxIBvbe8AVwzLb7333+q2xAmedrkxFtWMFeMHVbjhoiifCz9ajAvEKjL4QCGLP41YkM4vAARhAIA1XsJ6D0UgBs/92D+IxazfZGlXyhqEgNRFVmOkSzA+HURN9FjH1EgYV6PBUmwCt5WOJDlxuT6GugMb+HpWPag5HXkiHFZQZge+iPwq484/xKpWUBAtR2JldJWVVGqN7VQggKjEibiReYwFqZRlMd46n+NhH22xlB6tKrTcl6oHeDS7sRD0qlMmbxAc7Yq0xRXHSvZX8zdbidsZNG+g5vrx5Rl7H58V0CyQ1Q+Fms4IsVcgAaWOrTBsYO7Niy4qS1/Yu01WkDaSOQm07YUuE5bu6qEtoAN26C5PP3+sYP5DgL9+cwz1K9fM09K+yNIcKCWKjSro2kHYe02m2DOlx5MzOv6D0HP8TknNk0dJ40L+yITVM1yTMRyipUj3X2xmGHhXe06KpmXNSsshmCm9zp9kQTp0gkbkE4zFH5LD6/E/WD/5PL9gfSUeN5XheTolzlaNRghdUIUkgc5ebfkcQ8JztKsHpPQoJTdVWEp6UqSTIuPEBIG1iORMYJVxScg1KI1KCoJW4B3Ct09I88Cf1Pw9F0hxT0hdI75iy6TIiXJA8uYAEEADCxqF8vlPbGYUSZz3tf2H/RK0ICaNS6E7iN0J6iRB5gjcg4G9n9dOq1KRJUsoJgGBy/eIEe70x1HifF8o1IUiRVKEFS1PUJmNmUL7LMLiPXCdx+qO8y1RBBSrpstNQFYXtTpr0G8xfqcLbMEfjxnRx4WyYqZeehhvhaMMs/eFVOpyBPKKQ+Mzirnab/pGrVTCakJJa8AQdINpiY5SBgG+aqRcuY3knliqax8h64ofKjdZLj0eRWsTouU4rw+ihprpYuwOpgWOrVIcvp8I2tYLewxZz3FUp021xoKmxN2mbDzI5efLHMwo5vPoPxjHjU0WPBO+5+PXDE1gRSoEVk/CDkYMWqWuNcXGYWitW4oSKfsyAQFIOlRIhR8MUKWY0KFpghQIET95xuM27FkoKodSouOs7GfvGPM3wKsEZu+1MntIFI9YYWJ3tAmMJ7QgAHgRxGnxtR6mUOIUHqC8C+5PriKgD+loTuQJ9yaSffE+/EAb4+e+CWYpgZ+kJF1S/rqGMe1HuMuCqAGHmJey/BCQD3G+2rnzgajv5YgNAA+wFI5BQL9MP1Dg2YA0u1KimxfUDqjmoBmZg3wO4nwTKyT+n09ZudUG/koIP34nC5D14g4NVuY7h8jE3MCKRt9NPt1fkME+G5fWunripxgKEYI4cB6fiAIB9obHBPgJ2PTFGD9Jvzk2ta8o9kZOE54ZWlqKqrayCdOqZ1EMdIDahJuOvpi5lu3ot3gBAM6UUxH9s/COkYE8Wq6stMbVB9xwvUyGMC/+yfuvgMuofG21YzT6DFnXtHJu46ZntvqBCiqAeYKyOvM4B8c7RGqVCqUVZBGr2pINwANtPU7/ABGJkahNkafIHEzcHrPsvxYfnOFfmMzcfxKRoNJjN/zKvaHitQLTmpUCPSll7xtJksplZ0m3lgx2ORRQRi1NPnWap3p0kgBNGiR4hGva0scUs6rUjShtLrTAlT+82x6YtUO0eYUXqah0YA4ZYAoyZ9Ozc46jg+To165q95RdYBA1DWGAXSIsfbUG++2LHEAmoAhRP7ik++QcLHCu1tXvaaBaXzlREkIBGpgs23iZ3w2k0Kw1Coj8tQWuinlZxKn3HC82FsuPaj0bkbF8LDf8oudqckummJSmrMRqaQtgN9IPWNsCaHBqc+DOZZ25p3iqfiTO0jYWY4vfKNU00KEaAkvpKPqBiA14GxGAFDhARQaqhnYExM6RA5KYJCnVJt8MMVNgo/fEerl0F/fMcaL16OXK6EqKWYtoIYkERAABhd+sCBcDAnjXaFXBB8BkSdImT9GCSfaJMm488LnA+AU3zlEMyqC4IIgsSo1qscpYAGTzOOlVqdAVCGSizsT4HSmXi0FSw8V9IgbT5YALiwv6nmS5e41iIGVqIrItd9IqH6IHhLgBUuSSsgbDdjY74OZvgwohfAxJLxALHSIMkLMC+GipwymVYrTGqzDSqjmN2I9q8T78R5el3tOlFQ0xT1KAw8LJAgMZDTYXkeyd5nCNTkVmpZRg/EMmMAeA8IvcN4tk6dAuZNRtQMCDEkaVkiDCzyuReIODtLi7UW0NTDafDYwRHOIIYzPTc4oZXsM9XU4zFIKHYlRSa3UTriIO8c9uWLubzqM5DRL8zESbaZ8uu3ni7BkGNQGoX09ZPrAuR96sWvr6ek3PbCitiKgjoo/zY8xvmOC0mYkgCYsPTHuLbnP2wXwz5P61emlVqtNQ6hhZmaCJEzAn3nFjO9iKGXQtWzFQ6RqIpqoIH1jJIC+Z6HfBXgnFmXJ5eZPzSAn3Dyx6k16gJVQA4YAgEFlIK1Kn1yumVnY3sQCFogKg+ktzavKHKg9DKXFuxOVpUC6ioW0uQXYyIpu4JACiZUWIxz7jwVaaFX8Qqp0sDIJj347H2iXVQYdQ4+NNx+OOGccMUZ6Mh/6hjn6pR2qTrfh2R3xPZ6SzmwRW069atTZuUTrUHbyJ+OPBRXGVl+cB/dYfap/DGd+B8cSHwnWIon2yqo+/G2aEAYiLm+InnDBAMJ9juGGvmqikqoZC8kxAXSLn+19mGROD5GhDvm6ldSTApAMpI5awNJ97DC/2L4VSzOdSlXQPTKsSp25D43+OCvavs9WyRVFc1MusMkxq30+IASTylbGdhiwWVBM5DYMLagIx9fjcq8Y7X5TS1OjkJJBGuuQSOhCjUPeGGFfOiM9R8xT/AMTDDDX7G5quvfpSCIFNmOm0kyLRzwDz+XJzVF5EDuRE3u5vEbYN+evkZSdipSnjcPWMNfsLX7sMHWq4ClkNo1XAV3bSx9dMwYnAKrRdSVZSrCxVgQQehBuMdfyuSdU0MVYCIaBNrDUCYbwmJkRpGFvtTwXLvU718ylFtKrDFTOkQCbg6j67ADliJUzEkMvHnJtPrG3bXnPM2pFJ/wCKl9hb88HOAXgYF8XChHVHFQBqZ1KDBuRzwT4A0QemLcA7p9sTrWvNfpCfG88+XoSgRmZwAHEjY3jrbFzgva8Ll0SQ1ZwS4CEBWidiYZAAFsbkTabVe0HD6tagulYIcNDSJXSbi198LmSy1SnVXXpiG2I+qeW/2YXqV3L6TdPjTJQY+MdK/a1lULTpqp2BkxvI8I3368z64U+K8AbMVAzUmU89IKqb7w1h7oxmY4iimdYBHmMUsz2iqNPz9SP3bfaAD9uJMCkWTY+/WXvpsaEdmo95Mv1kNLTTcrKKAASDC8h6b4J9lOzNTPd4VqBBT0ydE+1NhBAMaTPSRhOzeYIjdtSB5J5Gd/O2D7itlQdNWoniIDozo2kfRlWEqJn1LHnikd0ktPG3WkNEff8AMaOL9mkyOmp3jHQyhiQngYwUITeD1vEYNdlc2K9KrSDaNHgphRBFKIR1XaOXMWHXAzh1fOBKlQOWrU6WpzUAfVpPhRVMeL5wrM3nrGKuX+UKqSDVy+XqkbEKVI95L/YMe1GNBW4kThpp82ocurXXHWS9sq70FysFdSCrfSCDqKGQGEe+MLtXtJVdWUrT0wxOlWVrAkkaXCzb6uDPG+O0s49M1EqUggYHRpc3I2kp0xrX4Pw9qFRaGYcVyvhNdWA81lV0AESs3iZwxcik8GXrhZFUMp49L8Zr2F4xlFYipFOoSClUxAEezLWQ+u8+WHfNZVToWo4hfFTfSZ1Tbxg6Qec85HrjhTppJFwwMEe77RvfbBTg/aHM0B81VZV+rutv3GlRPUAHD3CP+oT2fR9od6nmdZysOzSznSWEgwt7EAC0TyvjTNVkpkjVUlpEBh9K5sbC/MC2FDK/KbVECtSR/NCVPwOoE+8Yst2qyVZ9TmrSay3Wbeq6oHnbHmVSOKuSppmRv9RSR6Q7luMKMu601CQoIAPInmbcsAa1BnpnxBQYXUZPiYgKqqLliSABzJAGCmXzGUqArTqUjIiFcTHSJkYjHD3pKVhnQkOpEd5TcRDKdjEDztzxFqtM7045r74icr8kIKEu1e0CyZqIh5q4hh5MGAIPqMZgVnsitZzUqfpTO0SSVEwANgQBYdMZgRly/wDL/wCf8SPafuppV7WJl8jTkK1RVOlDURWYd4wlVu+kXkkR4DE487MfKply6rVQ03YqqhGDAloF2OiCDY2I6E8hnCuwi8QpJWepUWNSaFGoLDMOQJub364YuFfJymV8amsxEbQJja0yPhjoYSQgB8pVqUXtWrzMca+bFbLq6ggVApAO8N1+OOHcc/8AbN/Y/wAS47ZSrFqKkyPEtiZNnAuccX4yk5Vx+6PsIP4Yj1n+4nt+k6n4X/t5fvzkmaeHTzDf4SfwxXqPibOG9Lz1f4GxXZMSgTt5TzMRgdziN/LElELqUMSFJAYiJAm5E9BeOccsMWf7DZijDoaeYS22kGD9am7fYGJM2jfDRIM2cY+sGdlKqUsyalYVO7p03Ld3IaSIA3G+1zzGCHFflINNi2WyQQiD3uZZ6jrI5pPzZ5e0fwwLy/aJBUBppqWwJYaRCwwD+JgWDMPZJtp6E4g4hWuH8YeSY0gK4JJdmiUeSd5tBsZs9HZe6RPnMmqfLlBVb9IN4p2wzeb/AG9d3B+iDpT+RYU+8YKPV7ypT1DQytRKko3jUGRpMwBqFSTf2QBscU+Edja9cA06TFbeLZfXUSAf7MnywU4kyKlFDbMZeslFyKgIZNVZh4IBUy+9/dhnXmdjKwVVQV19IJq5zNVGio9dmb6JLmf4VFmH8IwZy/BEBojuyA6Ui/mxRWa8SPETYG3lg1V1HIjKq0JAFter2g28zyj0wRVCUoe0Y0k+20Qun2jJ5QST63wS4ybsSbJqtvCxDp8Jas1WlRAnWI1GwVWYyTcxA8yfPB3JcLFIhe8VyN4BHwkXxvwnhNehWNWkNck2IiQTMAmx/wBMXKmWrK2oqoV9yCpi8xbnbliVnfG4TjkxGpyHI4ZORX1kva3LD9Dp2II0Ty3H2jCElFFN1kbEfhOHniyHuVDU2fxAgSVvFiT9WMLtfKILItMeoZo97GffGL2Uk8CNwZQmOiepg6nURR4aCE9Y1X5Wi2IKuQZ2LFGGoyTYD4E4MLTYrHeR5LYfda2PG4SpHtaj1Zjb05YAox6iGudV6GDc5wl/AQJUU0WRBuJ89rjFnOdoHzK00ZWHcoYLOGlXIiLeH9mbEnf3k1lcoqhfFeAPCduUWM8sVxl6VPNKlLSVc6TK2/Oxv8euEMFY1zHYchC77HAJ+XynQuydAPlQ1RVdgWhmAJHoxv5W6Y5pkaDMo0gmFBMAmB1MYduHcQr0KZpKq6eu197EgiN7ee+I+FGjl6RAMMG6g8rCQTsOXmepxmvPcUjwkWk1Y0yO1XdV84qJg3wXhiWq13SnSBnxlfHHKG3Um217xiPiXDQ1VmowVYyFkWJ3AEyfFPLy5YqdoeHd1lhqPjLBm99onnAA/mOI8eFmYWODO52y5sfcar+IhDN5HI5jVSy1OtWcD250InSalRSfOymfPFFvk7K0/DmEapeU0NAmIl5Mc/o3xc7FcTU0e6kCoCx/iFrjqQIHoMNtV1CNAgWP3TjqriVBQnMbLkRttn38zlXEeAZikYamTB3TxDl0v8QMUtY1H12x1zK8QprUqI9MHxmSQCfLflGLVfgWVzA2X0YBh8GviFsylip4j8etKjvCcbVQTcA+uLVKUMIzIP3GZf8ACRh/znyc0xqcIFCiSyuQLeRsPcMKNfg7qSdDgcj4W5c4gfA48VYcqY9dVjyeHykY4nX/AK+r/OfxxmN6XD1YT3qL5NY9LjGYy8/mfjPXpvIfCNXY/jppJTpqWhK1dXVVkkO8rAIM3Rpi4kRjoTPIkGQbjHPOwuTl6z+y4LOpidOvUI6GxI2x0BqYXwjZbD3Wx0sdHGGE4Wr4zuPWQZpvD71PwYHHGuOpFKsOgcfCfyx2HON4G9Mcs4zkdffou5NUD4kYh1vDIfX6Tp/hR7uQen1gnMG1E9f8n+uIKhtPI8+XxwZpcH1U6MvpKAe1TOkmAtpMx0lceHglUOPnomJJLbdbSGEcpvhAE6zsWPHlF9zhq4Z2geqgoNR70d2FYkTBuNTRcLp52Mi3XBng/ZjIll7xxUcwNIBpqT/APhEx5YYOI5rLUqD0qYABUgCmAAD1tA9YvikafeLNccj2zk6nOgO0g38Jzqv2cUakDCGIYyOYAJJ030gKdQAJGgTBYYd+EdlsrRoiqU1xeXBZlPmsWMzfSDgLVzdMqJ0wYsYtGkbbCLL0sTJgDBnh3EiuXU6tKTIMX9wHrYG074TpXd35E5rYhisg8yXM9oSbU195/AD8/djmea4XUfiBqMhOqqGkoQNgdWs+ErEGB1w35gqwAXVIZWDE3lWDDwi0SLgkyJ2wVXKisqqFXVChRcadV4MLdbzfcNbYDHWIuJ3FTNW4SoAgBtj4Tp5TuZB9IXENagBp2XcQ6DmL6WMx/NHrhsy/B1gBjBESQecDry9QDiPO5GnSUtUchLAkxF+V/wAsL7XaLYEe6YRuNdYm1aj0yGvcgajf/q2PLBJc3Tpg1KhUKLqgF2JvcbepxU4l3Lk9zr085sPdAGFniWdRWKECFtcnmJ674iyaBdVkGQkgeI8TKkzHGCo6zbiHF9Q+qkwBPMixI6WF/wAsDMnmxpqNoDPGqQql1QadR5lU84glh0JXarUpOZIPIGG6CBvPLHjLTMRIItJuY8Nv+nl1OOs9gDbInDftmtDiFMJOnrqkAkbkaCdzAi89Y3wQydbLd0C7apB1QraqRloMBwKw0gT7IUkeIzGBVTh6tAFSANvCJ57kG+/TE+XyKqQWZWVQCAJlm6Py0Acpvhp2wqaEqFJKaLU1a2YahIIKiTANyCSoDAiPa8pwWynyf5hClQUZLAMGLyBIn3b8xhWzWd1Ezzn/AH64LcG+VEUzFermqp8KG1PQii0oFKjpPhm252xLmAIFwmVm7gv6x4z3ZVVUd07VH5zAB5ELYR5XPPC5Vyit7Sg+o+zDDW+ULKLSp1XqwtQ+E93UhSDuVCErYGJgkG1r4J5LK8NzanusylVwNTFKi6rndqfK/UDALR4nlBxrRHER8xkda6Q3d+zcbAAzB2tG/lhU4/mC1VwrmHcp3bgKQVjSVvBELpIMFSY527EnZPTpek41SCBU6zI2HX7euKmYyOaoeJ6SlUY1JU+EHUahJ6rqvcDnfAOCDuUXKEzHgXx1nElqEEG4IM2sQRzHMGcNOQ7csU0VpcAjxCA8cwT7LT/ZPriPjCjPVz3FMa5YvUEIniLP4id5YtBJBtABGA/EeA1qI1MoKX8aHUttwxHskTswGNLfGdcd5QHE6XQ4rlsy3hdSxJhW8Le6d/dOLf6Gy+yT6Hf4/njjam3lgpke0mZo+xVaOhOoekNIA9Iwpxjf9QkzaU/sM6lVzdR6TU116kYFlAksjCAfDuoYEEeYnliqeMMq90QeViLg+SxMwRa0+/Cllu3dQkGpTUkbPTZqbD0Mn8MEqfbnVvma1Izu1Ckze50UmOUkA4UcY/YYIGTEKZLjUOztL+lqUkqc13jpO14jljMLaZ3JES2aUk3JZ4J9Qb4zAfl8/gV+clOXP9iXuxefVDU8Dur6RKKWCm/tRtYzg+eLFq25iSTeQccl7O9q6+VqB6T6TsVPsuOjLz+8cjfHSOG9vaGaqIO5FF4ltjLW2IEkC/rIthLac5dgVyu2WavCyO2XbYPyh7N1QZTdiGgC9xuJFpHScJVPKA16+uyozOwkToLtFpnxEACYn7cOtbOUmWNYBIKyWAInc7gjy/DfCnneAUtQ7h6ZeFQMWP7NQdKMy2YggAGJi0ROL9Tg7RRzyJzdPqWxEgdDxBLs1ZyzrAFlEiPcABBt0FziJ6dLSafePKy4CtOm3iBJDAAi8dV5SZ9z2XrIKikEHbwkGANzYnfxX6RijksnobSfDMgqRBiL2N9pxDQAoT6lNmzuHgSPieYqJp7oFy4MLpZn8J8WgIsWBUyep3xfXi2YIXVl4MHUPCYIZhHiqD6IU9L/AA2XKd6VG0GUePZMe0hNg4IDSZ22mMa0+z4/rGYR/V0B5T4aQxdgI20JwfxBcnamzx4SbJZjvNWukENtJCoJ3uSHcnlsRuYHM3WfulLKGmyhVN2ZiFVBsJLEC9r3xOhYrTV2kUwFE+gF/gMC+PccWhVoICurUanifQPACQS2loG523AxTix97mQO+xZY4TU+er7qy1HRylQDSwVaZFMhRazbTcmCLjDN3Pg1LZtNmWxIuyg78zttcxZiCs5fiq5kiuoCh0QxYGSuoz1M21c4w0Uc0hpJ4l9kA3HKR18sOcLfd6RFkqCesmpcWqaQG0lriACRz52O0e/FytVdqLMobUukrEzJYC2m/T4YDCsuqxmfO2GTgnEKVOdTqABaWBJwuYIN4f2KqVTqrsVBM6R7R53Ow+0+mOV9uaYp8QzNOmAFR1ABJ27tDY9ZOOudou24pITTWo/ICkjOxPuEKPMn8scY4rQzOZrPXOWrqahBK925iFCxOkTtvhqUDyYxbPJ6QUXI2GrykfG/PHjOQR0MyNJnqBIsI64t/qPM/wBRW/un/LHn6lzH9RW/u3/LBmjDlY5iLzbzJFvOeePaWbvIOof6jp6YkPDK4/oK390/5Y0HDqxJmjWgX/ZVPs8OMM0dZHmMzpWfh+f+/wAMCstS1uoJVdTASxhRJ3Y8gNzi5mshXZr0aoA603H3jGv6vqDdHHqp/LHPzPZqdjSYhVk9Y+9puzNMcNpacxRXuAxCxp742DEQx8ZgC8zAgrJlT7LdpnyNU1FQNI0mbGJBOkjbYfDAggDpOPJGJ93iJWmmAQo5u4/8V+WKu9PRSpLTup1EyfCwYHkN1H24h4l8qWczuXbL1RTUEqS1MFSwH0WBJETBtG0c8I0YkoPDThmNzuqYmkxYyGrpOs8IyfzGVNBCUqUkLFVJDVYK1AxH0w4i+wgbCMTdn6DCvV1Iy2p+0pG7tIEjqPu8sKXZDtIKYNF6tSnTqGzI7KATYh4Ox+ty5226FksmtEjxOWdqYGty1g0+GTtBnA49OVzb7kupd1U4yOD4xW4n2ZoVHY6dDEm6W5/V2+zALP8AYuqgBU6lOxKsLbbgEb+mH05O5PU4MrU8NPSCfm1UeRi4JHnM3wGqydmAQJMubIvFzitTI1KZIZCIHqPWRIHvxiHHWuIsj5rSsHQgQkeVzPvge44r1+z9B/apIT1i/wARfC8SnKu6Px66x3hOX4zHRD2Hy31WH9tvzxmC7B4785j9ZyQ4bezuXVsq7lQXU2YgEjwjY7jHuMwDdJdk6H2S7lGLETeHi97dMMxEUXIsfD/ixmMx058iOsAZWs2phJi1ptuOWC2WYhtIstrctumMxmJiO8ZUSdvuhfLZZCZKqSbGQLi9j1wSy/DqX9Wn8o/LGYzFSdJOxNy7SyFL+rT+Ufli3TyqDZVHuGMxmNgSwmXX6q/AYlSgv1R8BjMZj3jMElGXX6o+AxutBfqj4DGYzHp6eiivQfDG3cr0Hwx5jMe8Z6Z3Q6D4Y87peg+GMxmNM9PGor9UfAY1NBfqj4DGYzGGZIzl1+qPgMRPQX6o+AxmMxk9Imy6fVX4DFSpk6Z+gv8AKMZjMFNuUq3DKJ/oqf8AIv5YF5rgOWIvl6J//Gn5YzGYyGhMB57geXUWoUR6U0H4YzhJ8VJfoq7BV5AaDYDYDGYzAypWJXk/dQ/S2GKvEKhAsSLcj54zGYm1H6ILfplyhRVVGkAW5CMTYzGYevSe8JgxmMxmCmT/2Q==">
            <a:extLst>
              <a:ext uri="{FF2B5EF4-FFF2-40B4-BE49-F238E27FC236}">
                <a16:creationId xmlns:a16="http://schemas.microsoft.com/office/drawing/2014/main" id="{23747890-56D2-5018-03A1-A658FFB6D39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3500" y="-1571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ja-JP" altLang="en-US" sz="1800">
              <a:latin typeface="Arial" panose="020B0604020202020204" pitchFamily="34" charset="0"/>
            </a:endParaRPr>
          </a:p>
        </p:txBody>
      </p:sp>
      <p:sp>
        <p:nvSpPr>
          <p:cNvPr id="14356" name="AutoShape 35" descr="data:image/jpeg;base64,/9j/4AAQSkZJRgABAQAAAQABAAD/2wCEAAkGBhMSERUUExQWFRUUGBgYGRgXGBofHRscHxoaGBwYGBoeHiYfGxkkGhkYIC8gIycqLCwsFyAxNTAqNSYrLCkBCQoKDgwOGg8PGiwkHSQqLywvMTQqLCwsLywsLCwsLDQsKSwsLCwsLCwpLCwpLCwpLCwsKSwsLCwsLCwsLCwsLP/AABEIAMIBAwMBIgACEQEDEQH/xAAcAAACAgMBAQAAAAAAAAAAAAAFBgMEAAIHAQj/xABKEAACAQIEAwUDCAYIBQMFAAABAhEDIQAEEjEFQVEGEyJhcTKBkQcjQlKhscHRFBUzYnKSQ1OCk7LS4fAWY6LC8SQ0o0R0g9PU/8QAGgEAAwEBAQEAAAAAAAAAAAAAAgMEAQUABv/EADYRAAICAQMBBQYFAwQDAAAAAAECABEDBBIhMRMiQVFhcYGRodHwBRQyQsFSseEjM2KiFTSS/9oADAMBAAIRAxEAPwBwr8KpoFLD2iFHrBP3A++MQfrCjOkU1gTYXIjcmP8Axgp2q4a+ayumgwSqhD02DWJggqSNpUsJ5Eg45ceB5/Xp0V9dx7DcxB8e1wSJmL74jzs4YV0nR0qY2U7us6LleGU6klRsYPwB+4jArjHBi2aZQ7ooUGFaLlmuY3sB8MNHY3gpy2VC1jqqtLOdxJERPkoVZ/dnnijxpyM40Akd1T5eb46OlskbutTk6zaAdp4uB6HZid6lX+8bFX9StBvVBABEu/Ujb0FsN/CuHUXTVVqOrlmt3zLAkhQFBAAiMUuJ5QK7CnUq6RYRXYkzTJDLNv2kKRPnYYecvP6ZMMRIvdBOU7M6kBL1JvtUaLEj8MXcr2YVTJao3kzkjptg5Q4ZlpbVWf2vD/6httK/v/W1YkpCmtQJTYusrctqO+2omTgd+6xULZtI70pJlMv3SsVLMVBIXqR6fYMbUcjl/wCkUqPrA299reu2KVPhbMiuhIYqNmKhrcyLgxzH241pBmJRgQ0XWpUqtbrGoBh8cfOtqHVtxND2TurgQiGP1RlSCUhiByKn42xT4TwikSyuuyowj97VMnnsMUMlwNEql6erVfVB8IF7ee5hbxOCzIe9Om3zVH7mw9NSWxlwIt8CBwqniTVeDZVQZsQJuRiHh/C8tUSY5xYjoD+OFntnRNClWzClQwRCdQnVBKqu4tLG889uRi7Hs/6VmaYICqEc6RF2LC8k7BYwB1Lg0R16cx66NWxlw3SMb8IpCuBp8JIX7GPxsL4JfqDLdD8R+WKuYQ6V696v+F8a5nLuykays88NyZ2WuOokyYQ18+MAZTi+XOcOXqU9KMdKvNw14VwRcMIhhaTFxDE9xLglEaQg3JmY5KThHzwVOJhGPhC5UBupL1tjz8TL8cdBooda6r+3/gOBxZmL7T9+MdnwoEDqK4/txI8twnLmkjspkorGOpAJgR9mKXEKWXo0nrNSfu6ZuRPs2v7OoG4kRa+N8uxWgrM2lVpqSSYAAUGT5YSO0nBActXIptrUAgBTYl1k6RYHcTGze/BLmZr46T2PToXVWPUiP2T4fla1BaqAlXXUvmDtYicV+HcOo6SKguIgDcyAT9+K3ZKg65LLgyIpJIIgi2xHLFvO8OFR2EkaRTgjcTTWfd5Yzt27MkdbgNgUZNt8czKeToEyabafXxDzgi4/3fFunwvJsYBBPTUJ+ETOA5V0Ol9YnZjWq6T7gRpPlOIs1wKm7BmHj3ApyJ87knn7RPPzxMNUycMbPsjRp8bdTQ+M849wZZAQsoNYLKmDGgmJHuxV/wCFv+ZV/vGwa4k2ilTLbjMqD/dHFXiAVstmagrOtYKxpKtRhsgI0ooaSTP0WvyO2PoMLVjBqcTMt5Nt1BT9nYdV7yp4o/pGnntfyxBw7gbVCdTVAAFP7RuYkiecYK5imTQrFatZXVGZZqPIYavAgUEuY0EHQ4nUI2URulQkMHzCqWpjRLsyjVFVidIUxTOpQJuD7dkDO1H9MX2J/qm1LssJHjqfznF79RL9XzxdyKaadL2mZkRnklocgahcmL8ptgvQCEX5qvLyM4VlNgGo3EKJF3Emm9PSSqz0OkGR1k7WvbrfHtBabuEZQCwMQImD0Fut97c5ESJ2aZW0KfZECYnTy5f7vifhvBCtZWJnQZNzA3mfMgkXv4vXHBxNn7UXfr5T6LKun7E1Xp5zKnA1nbGYO188uo+x8ceY7HE4lT5moMUMoSp6qSPuxfpdo82ns5rMjyFepHw1RgStbG3ejE9TtEqeojt2T7d51s5lqdTM1Hp1KqU2B0mdR0i8TuRzx2lKRd2Us3hjkp3LDmp6Y+cOzdYDO5Q9Mzlz/wDMmPpbJ/8AuKo8l6/WfpjGYgrz1P8AE5mrIDqAOv8AmQ5jKhBvJPIqn4KMeZbLlyQdAIv7B/BxijU4kDAIPhsTMzEnn+eDORyxHibmIA38/jthS52bIQp4EDapHSV8xkgglikfwv0J+ueQPwxXFVEYQUnUQDLASsE3uIHMzAIIwTzbgaZQsCxBhZjwteBPTTe3ixVWqZvSXUGIEC+5htUQJhTvz5mAbO0bzi9i+UrLmRTQgFdNMCYYmBBYXFMyAATbaMZmFWpZwJU2hyGm+x7sG8G+xg+eCrUUJkhSep0zaPLyHwGMbLKZ8Kkm+w3tfbewv5DphVL5RlnziLQ+UvLaQBRzCiNgKP8AmxOnyi5TVq7vMLKqu1PZZj6Z6nHEqHEKqgDVta4HK3ScTjjtQbhT7j+eN46VOh+XX7M7UO0mSzRKd1XqFhdQgMjbxAWIvF+uCmSaihJp5ashb2iKaAmNpO5/1xzT5KuLGrxAU9IE0qlwemk7Y61wtdSMejt19wthZI3AVJMrDG4TnnnrNdasP2VWdQafm5kCOsRc/HG1WiHiVrAjYqVBHvUgxt8MTZnPpTG0+U/nzxPlK4qIHX2WuJBuOu/WcM9oiunSCVo0ZU93UZi5pgsFY6hqJEtJ+ib7Wxf03BNOoYnnT5iOs7HHlfL6agZKQYwxnaGgdTAJEiQJ25ScY+YqxamJjmRAtMefqOo3vG8eAmEk9TNFy8IE7uoVA0wTS2iIN72wMzHCctRXvGy7BUg/0RAvAhdUCJ5DBb9IqEiEAF7sQOl4EwIkbzPlcjO0mZf9DralgaCSehDrFvMSfKw3mBr0ENCbAsys/a/L9Kv/AMX540q9scsrMdNQE6ZHg5CBzJ2xz7v5+lGK2ezEsTq3/LAgmqInQODCD1M6JV7Z0GBBR2B3B0X+Ixd4ZnV7oVETSrGPE8tOrTfwHnHM745L+sCNiMdG7J1tfDUY7is0+5ww+yDgHBUFqEm1hx4sRbHdxkqZMuAGRTD6/ab2o0z7I5HEg4Yeij3N/mGLOZfRcST0i3qZ2GIKPFgz6QF5TBBidsOGUrxciKqTI8xw+oqyoUkRbS20iY+c3iY84x7lsmzai/hE+EBVB0wLkMWvq1e6MEz/AL9nApqdPwHvH8ZLASIJIeTEb+Ob2GhY2ue8+c3aPKWP1eB9M+8U/wAExq/DJ/pKnucD7lxFl8gndCmrtCgCSxBBsRKxAOxiPvxKeGLMyZLapB8y0WGxJJPqRtgST5whx0nO/lCpPRzCIlatoamGhqrm+pgYv0Awqs5IgkkdCSR8MdC7acEpmpTLF2hD9KN3Zj7Mczhf/VGXH9Grfxy3+InEr6dnN7uJ28Gux48aqV590We7XoPhjMNa0KQEClSAHSmv5YzCvyH/AC+Ub/5Uf0/P/E5JW4tk2HhylVP4c1P+KicRfp+U/qczP/3VL/8AlxY4fTDOoZEIn6o+218Mxo5bnQpfygYvDek5jYqNBpR7CZCjms5TWlTzAemVrXr0isI6mT8ypNyLC+O7cN7RZSrm6qU8wrVAANGlxsSSVYgK4BMErMc8cx+TtqI4gvdU1QmnUWRaRGuI9VGLnZbIA8VpAk/+n7xgVMgssUtPkIdj/ZjCyysV48YjJhuyx6ciU83xTMnMZijTkkvU0AC8HVB9Nr47UAI/8YWanHMpQpHvDUUIDrISpEqJYWBB928GNsQn5VMhBIaqYBNqR5CbTzwQCVaeMjwad8ZYkkxmzlAusK2k9QQOo5XMTMSJgXjEdLJMC0VWAIAAkHYu03Xfxx6It8Cc321VDbLZmoJA1IKMXAI3qCRfcfVPTA2n8q1AsynL10KhT4zTHtTaA5hhBkGCDjR06j4yns28ob4xwWvWUCnmGpQ5PhLgx4jEgyfEQTyhdIA3wfRb/wDn8cJLfKlR5Un97x+eIm+VVeVD41D/AJce3LPdm/lON57gKCtVX9NyqkO4gjNAg6jIP/p4t5E48Xs4p/8Ar8l72zA++hi7n+z3e1alQZgL3lR3ju5jUxaJ13iYnAipwlhPz6iDElY/HC91zqpRHj8o6fJlwTuuKZdxm8rU/agpTeoWYGk9gGpKLEA7jbHYeC7P/H5/VXpjjXyWcJUV3zTVTUbKmn3aoyhSagqUz3kqT0iCNzvjq3DuOqXZFRQbsfa3B0kQ3oYiR4TtGM/cs5uqQtlDDw63OafKdxyvSzlenTq1FAAZVWfpU1Nud2Jx2TJ5cJSRALIiqLdAB18sLPGsjRfMrUqUgXS2oz9EkrKyAdybg74ZqDyqkiCQCdvxw9lCgVFbieJBxD6PiCQQZJsbiFjUBcwLzvAF7VKbDuyor3hgDKzcnSSTLTeLH6NsXc0ZZBp1Xn2gIjnGxPSeflJFU7D5oy0sfGwM3062A3AEi50x4dlnBBkPCa65cJl6uZ7yq5YrqaWaZaBImwBgcgMWO01ItkswAJJpPAMXMedsaUMmjVFc5chqYlG1mRIBmCQNRLVAZ8Xhk74uVqwqUqylD7DghgSCPEu5sZiY6ETvjGSxCRtrAzjxkCBSptJgMKYv1i0e+MDM1SW5JUdBpv6G1r46MuVpqIFKmAdwFX8sVKnDsud8vSPqi/liNdJlH7v7zuHX4v6P7Tlddr2GOm/JizVeG1lUaiuaYQL/ANHSP3nEeY4Nkm9rK0/7JqL9qOuGfLZhUFNQnza0qegF7AaVULLkzyF5J1CeuKWxlUO4zm6vImddiirjBnlPdVBF9DdPqnzxz7s/n2GZMGwRjbyIIU78tR/snDpwk6htYg9NtU8+UN8Mb5fgmXpzopIuqJsLxcb9DhOfCclEGpCV7wPlLWUzGtFbaR5fliitNwSFp0wNVvCRfx3J6BdImIJYgWwSUACBAA5TH4YG5dEyxd62ZEVHAXvKmkA3IUS0SST6wOmKFBA5h9TxLORJuNGhYDLAI3LWP70AEiLaufK5p9f+rFatxWgglqqKDG7ddueNavHsuoJaqsATME7emGBCfCYTUXu3jqr0dTKsq+5AmCvX1wrioh+mv8ww39o83QzApFQtSAxkpsDpIjUOcfZgG2Spf1NP+Rfyw9cDEQhmUCiIPFMfWX4jHuJKuUpyfm0/kX8sZgvyz+Ym9snkZyBM0Nx/v3f64mqZ+B1m2nr6dMVqdKLmwGPKS6jq+HpiFbPWXN6SbLZuqrB1qPTYbGmzKwtHtKQdiRhr7JduWytSq2YatWDomnU7vDBjMqzXBDCfTrhWp0pOPVqySCPCDE/fhlCosidCr/KNlqiVldWIZXSnppsvhKwNUbMSSOfLbHPHqsaZHMqR74xlcbIOdyfL/XG608YqBekLdZudHzXyp5cgRTZAW0tqpknSYJ0tfxA7SBz2scLHaftCmZzK1aCstM00UlwQZVqhsDy8WAgyUwYGNu65dDgQiqbAmGjxCSVDi/QqjAdK0DqdhizSzI529fzx4iDLZz5BIKgweVvSx8sCeIUAxmLGSBG0mfjf7MV8xx5NR8LWkcrwYnfEZ7RJ9ViP7P54AgR6bl5qM3yf8Rp5f9JDOlMuKLIXJALU3LabAnY9MOLdq6Id6hqKStNhTXxtqJQgAwsKJIuWOOS5fiKVXiCoF7xfBU51PrDGbeOYGTvMTHyr8qdcmRRoCNpDH/uGK1X5WM4GA05cT/y3/wD2YTP01PrD44rZ3NpYTdiFEEbnzJAA8yYxjbmFCCFQeE6hwjt9m6xqy1NQlCo4Ip7MNIBIm4vthnyXabvE1rUlYEEBD5XgbmCOUHHMuynDaqd+W0w+WqIIYGCxSC0Ewtt/MYMcHzdPL01p1GTWgM6ZI3YxNo9oXicUJjehuERkVT0jHxjtJWp0mfvGUBt4EhdYHIb6emBlHjuZWmUqV2c6iC02IKg9BaDzGK3aDP062UZAdIqqyK5Fpm+17YAZd1p0BTWpLBmbVDRckgQZMCYiTYe7BMhDWPKIKntAQOKMZBxIMLMDjRmY+Q6nCrw4ureMrFzKzJ8rgQPLBwcWQqwaIIAFj75sY6SMDi3kd+OTdXeEs1CrIzI6tpYI2lgdLSAVaNmEixwTy3GSKeVlVJYvTvq2UkW8YgwN4Pwwo8NzPd03FSohZ3RvCCFENJhYsTcneSbk3ODK1Qy5doYik1VraYYOxjSILHcfV9TsaAm4QTcCdp+KZiv3TJCtRJCqwABWpuT42O9JYJi026a8HzGbbOA13QADTpRV6qIJI2g8r2F8Q57I6G/9w7lihI+bEGXsB4vD02585xJlcsf0oDvKntCT4Zi37vWMMHAk56ztMiNr/hhC+VPiTKuXpqnhLFy1mKso8MKSoaxqcxsDygta5YX1VKpifpnCj2/zOWpVKaVXEOlQqartKsBpBWGiYc2IINrWwnUEhDKNFt7ZS3Sadq81U/Q1NNtD1Ep3AB3AaLg228/TCVXp5ysKKVqqlCQJAGqNUGLQDGG/tVTJydC7CFoyR/BF/KSPfGFruINAF3E/vfvLt03w1TxF5hTkSuOytAkrNclULx3g9lRJIBrenxG042q9icveVrHSNRh5tEz+1/3IxbzvDqBRGkGoqkks+qZEDSFICG5kDe3niw1NhTJOYYlje7mBYABFZZCgxJJsb7YWWINcTNtjcvSLtTsvlASDTYR1al+NbGY94nkFFVgteqRaDFQ8gbnU0n3nGYHtPZGdlFuqhiXNh9Ebe/rizlzqUHFTiJYKJAieR8sXOHoe7E85OJ+bnTpQnrNqpIUkWx7k6YKiPt+2cS1aUqQOYONeC5Go1MmPA2oTP9k+c9BHI4wtUzaChI6zYUlmVKtPMTePJgGHvAx7XOhdUTt9+LeW7L1AC4hmW06lUFSRMKzBmIheQux3xa4r2WYqBSqayQDpKuvTbUApueXQ74A5lrrAwqxouIFp1RUYs1gABcmAegjmb+4Hpi3Togbdb48p9maukqxCnVztsCI3iWkRJHs4mr5B6CqYTS+piS4sxMsDGwnaRtjVyXwZjKe0IUd2amhPXHj0YHXFccWP/Kjycn8MS8Xr1KIpMy02WsutdFQEgTEOCPCfLB3AIo1AtPiDy0NEMdgLCbDbGVOKVfrz6hT+GIzSpMSfnBJJgFPXGx4dRP8ASOPVQfuOBMeD3a2/KS8V4pUFRgulQIgBVPKZuDglwuvmO5Dq9USpbwJSCkjvtvDP9Go/teYxBU4KuZq/N1PEYt3bn7YjEwpVaQ7sZqmum2llCxudis/SPxxpeIOO6uS0+0OZTMtTNV2VWYQ2kEgAxJA32NsTcY7VZhUD06jJqO0Keu0g2tbA6v3gDO1ShU1W1IELSRG4UHacPvYrsBSzlJP0m6tGjSWBXwk+KCJMhvsx5SSajXVQgf3QJ2P7SZioc3rqswXJV6iyFsymnBsNxOD/AGdyLZmhRqO0vUXUTEkxK3Agcvsw4cO+RvKUO87tmHfUnovMmUeNQEtY2F8W/wDgunlKNNUJZKZVQCJ8OrV5k3w4A1UlbIpPEDV+DTRppq9nWZjqx5TgJxThGgAkgyYsPI/lhpqLCgLadUepY4B8W1ssPbSw2EbiRfU0nfkN8GRxMDiwILfI2B5emIxw4kWDH3YY8pSAQW/3ONnOMCxlxM4lkWpU2dxCi5JwSyufYLw+lpPzxr6jewpm0+sWxJ2rVmoFVAJJmCCQQqtUYQLklUIA6kYqZaGfhTk3FLNsAQSbzNwAJHOwnkBgh3WqLYXFn/jjOm4RhtbTU85uD1j4H3Wsh2wzRqDvJ0cwNYJ9CTbArsr2SfOuEosmkDxOVrhVMWE2EmRaZiTsMaZzhFbLVu6rmmjqQSDUqC28iTBBGx2wJzeYgDCCauPtTtxlFJBo5r+9H+bADtTn8vnChprXQKrAh2RpkqRvqiI3EG+A2YdWYkOhkk+2nX1xZo5dtEgAiC1mT2Q2gt7Wwa3rhb5NwqdfDptOpBvn2xj4j2610lWiro6hRLRFhH0XnfA5e0+aI9tQesP93eYFZbJVGmEJ25rzYKOf1mUe/EvdMN1a3kcJbO4HEedJpWNn+8ZanaCoQIkb7s5Hlswm3XfAmobmS1/3j+f+4xoM0o3n4HDD2XFCvTrJVRYp6X1xD6Tq1DVEgDSNupwhdRnLUDXumZdLpETdV+//ADFp8sCZk/E/njMEsvxE1FDJlqTKZgiix2MRIMGCI92Mxn5zU+f/AF/xM/J6X+n/ALGc+prME1GI9L+lzbli8nEEAgBoHp+eJKNNGIUBnYmFC3JJgAAAXJMev3Ng+TPNBkBRAagkBqo8J8PhchD4pP0ZFjcc7yFXqanJOQxXyWcFRwqq5nchZj1g/wCzizXoVct85QhkcHVrSQp2i9jckC1rg4J5ekuWrGlmaLAqb6akOpi15h1gyAbXkeZbjWZydMAU0dmqqHPeNKQ030i5uDGwO9xjzJdCauUjpE/gmeZGZKoBSqpWwAKturSIMTKm4s7G8QSXaLNMBSC01pB6VOoe6JHjI8WraX5GIF+eI04etY92hTUwi0yBtNhsBFzYYJ9o2JQuTZZ1GBYt7wdMiJAjfphTKq5FEcBkfGzC+Ir5nNVjSFMsxRTqE7zF/FEm0c+WLtDM16mXWaZcUtYZxBXR4SAxBgFTrmeTDpgz2XpZavXCkoQkOFPg7zSV+b1sYEgkkcwpjqOj0M/l6S6zTVe7WV0uXjyAXwgRYIOZ2AwnUZ8eFp5NzJtIM4ghSoyp82hdlXUCBEsBP+zhw7S8BqDKU6ialKPp0qDpFMqIZTBVmaoJIBtLWE4DcL4PTDCKbUST+0radCDmNIbUAfZH8Q6SelcTGrh1NKZVmPdgDXp2uZMMR8OYxcqgjmSZGZXAUmc77N9kM7mQT3yIqmCXnUdiCEVdrxcjb34l7R9lM1k0VnqLVFRtKmmTIsWllIBFhuJ+3B3IdlMyU1LmKK1CzEqtU2kQPFAOkC+nmVEmBi3xLsXm6i6u8y4ZW1DXWInci4TSTBNjG5MiYxJsydrdjZ7P5ju2ev1G/bFbszkqjKRcv9MFWlVutgQAZBJkGASAbxiPtzk7UdWnv7yoJLaDJBYchMRJkySLA4PZCuaGZXv62Wp6CdWitrgEEFfA4IkEibkTtzAHiXBaFavUqtnKZNRixJubmYjVMDYT02G2GMqg2DH4xkfusD/eWuCdk6Pd0hXU+On3jMXYEMQSoUTBgECwIPPBz5Nu0opIMvUaaqVWA3vpYtI5R7QjCxlyKThVqs6qNKuovyuo1yNImIv9kX8tl8hSqI/6TV1021AdywkwRfcmxI9+CDqD1ED8vlPAUkD0M+gadCZ1NrU3AIFhv7/9MVM/lndKqtp0lfDEz1vjnVPtbmIEGRAIio62IkdeWIj8oLEECqgbaCarmdoiUn3YYzqvUyZNM7nui6htidKerT7mvgVxSoCh33U38oX8RgLxPjFCoRP6QGUsZQ0wCWMkFTNgZtv1JxQObTkuZb17s/8AbjxyYz4xx0uTyjZSqeAYierfC0OKRYJXHQsFgettseNxFGMVEzSEWJUUoPKRK7YMOnnMOHIPCTdrs+9Okj0zDrUUg38wdiDsTzx7l82ujh5ZTq/RKzSPZUkNqXfc2geWNP0XIusGtmlncFaZ+5DiVshkSEX9Iqju1j9iTPMMYgSMCXxk2TCGnzeCmFvk24jl2pdzRDUmTxsradTSVGu06hqKreSo0g2gmr8pObymZenRZia1AsCwBIGqJpzpvBA/hgiZnFHhHDcpQzCVv0tnCBvCcuwBlSpDy51AyD5FRiLKdl0nvKecp1NN4q0iWJifEdZGomTtz54SWWquZ2ORHLsCPcfpA1XsfSuNRkKrkaT7LAGbRbxL8cE04ZUZSoTLsAgEGkF8IYMFGlltrOrSB7V4m+Hmpxqr82aRyXeiF1zoDJ3bAjUULJBBgARZeRwu0ezmdJUo2VNMowKjMMCwYWJ+aswsYvecAig3zCOXIwBofAfSBE4IaLpVFGgrC0Ia6RtKsoqQUPSIN8EeIZ+sSCaVOSqsSrMplgGuYJMTub4IZzsrnn7nVRod1RjVGY1FhILW0CbA2mbm4nE3aPssWqq3dhUpftHQiVpmYAE3uIG8SfQkVNE3A7WiLVfh9ICzfEKk+EP6itF/TTgRnu1VSiwBNUWkzV1R0MaR5nnythjz/ZzMWXKq1TWAYDgERDagWYcjBH38kziuTrJVcVaTKwNw4g7eZgxtIJFsLRhkG++Iav3aCi/Pm/hdR+HaivSCpTpllVVGpnkk6RqMqCD4pgjcRj3Cbw+vmxTHd0GKXIPdAzJJJk3N5xmGHd5wP9MdQP8AtGXs7lcrkq/euyVSqMEFOnUkMYEhjTCjwlhv9I4sVO1VV6/fMvgX2aa+1uDOowvL/wAbYx8uqKSXpKQNppg/aB9+E7tDnjUcKHimpgkFo9+kNuRAMG99sR5EbIbevv3yz8vhY3yff/iM3aLiOWzdTv69KrTIpqpAIKmGY3KvquXiy7AX6UOJdochVYPUo12IUKSrbwABZzAA8hJ54DUOK5JIFSgyW3MuPjM/FRg7l6OXIDJTpEciEX8pnFeNHqrEB2wJ+1vjKY7T5SmIoZeqpP8AzVBNucAg/DG78bqrEZdqpa8sXYC+5CIs3v7sHKWkUwwESzCwEWCnl/FjK9QBtIJ2U36lVMfaBg2xgG2PymLq/wBqKa9sX24jnnFsrRA80P8A31PwxYyvAuJ11LKaS6LhCEk/wDSwJHrPTF1eICRIkTthuy/EaWXpd+xZFQSwKEnluBJEWv54HLjPVRcT+b5qgJy9jnW70tWcmlTepBZ1UqohiqkLLKWWJG4nlejTqKxlqtWmDfSWZyoPKbBj1ML6YbuL9qAa6VqqqtGquZRRV2dHNBm2K3BEG5iRJJmEvjAUVHZL02dyrKPDGowFbYiOc7dcPP8A64vrf1mYc5bUk+n0l2qcgW8dSuDb6NMg25NqbnJgnF2jwbLkAplc5VDXDKgg+hRSCPTCkHVrHbnHLzHniSjr8dFvFo1QCJ2u2mbi0taOeIzU6q5n6Ru/QFE6eHVoXnVrmmB7nUYr5HtPltmytFd4YxU9CZg/YcCOGcIpOqtpFRm1TTXUChBgaoMkMDIIsL9DEvFOF0hS1fsaiAAK0zUvBGncECTq2tHMHB1Qv6SdspZ9pJ+J+s8z/bfu6jIMrQ8PPuqPSdjSODuT7R1qtAFVQagsqtKlckhdKqKQn6XOdutlnI1vBLKW0kLvFiDHI9D9mCQobOlmkRPXcaT16beuFNyppfnNVWGQb391Qp+t6gMExFoIFotG2Gjspx1mVg5mDvz2FvSxthdrIuaWnV8S1CGFVtDFfBA1ki+ppgKoLEqQBtgx/wAB5qkCabq+8gEqxgwIGxkGbkYzT9pYYg1A1L4mQpwGjU3FemKWa4i0b4GUOy/EImwP1WqKT18x9uCfCcvS1FK2pngQD4R0IkW1XFiZubC2KsubYhYg8Tl9mAau4r8b4xoGpiT0E7nC4O1WZZwBUdBySmqn4SQSff7uWHntZ2TWvTLUgaTUlaoFYHxqQCdU+JWGkwCTEmw1ThH4UzU9RC0qgMfSAK8gZI89pG2Ik1S5gSpnVwYlr1l1e0BDEPVq6l3FRAR8Axxfo51nUMKCMrGAy5WvBPQFEAJ32PLFCorll+YWKbatLEMDYSrAR4ZExOHnh3a2gKYlalAr9BablQNoUosFRyFjHIYzd5H5/WU5d6cqt+76ROPEaXMUARIN66kEbiGcQfdiShxikr6bUwDLsGJER7IkyJErIIN4m8H3tBxJMxUeqtJUiCG0Q7kwoZ+uxIBvbe8AVwzLb7333+q2xAmedrkxFtWMFeMHVbjhoiifCz9ajAvEKjL4QCGLP41YkM4vAARhAIA1XsJ6D0UgBs/92D+IxazfZGlXyhqEgNRFVmOkSzA+HURN9FjH1EgYV6PBUmwCt5WOJDlxuT6GugMb+HpWPag5HXkiHFZQZge+iPwq484/xKpWUBAtR2JldJWVVGqN7VQggKjEibiReYwFqZRlMd46n+NhH22xlB6tKrTcl6oHeDS7sRD0qlMmbxAc7Yq0xRXHSvZX8zdbidsZNG+g5vrx5Rl7H58V0CyQ1Q+Fms4IsVcgAaWOrTBsYO7Niy4qS1/Yu01WkDaSOQm07YUuE5bu6qEtoAN26C5PP3+sYP5DgL9+cwz1K9fM09K+yNIcKCWKjSro2kHYe02m2DOlx5MzOv6D0HP8TknNk0dJ40L+yITVM1yTMRyipUj3X2xmGHhXe06KpmXNSsshmCm9zp9kQTp0gkbkE4zFH5LD6/E/WD/5PL9gfSUeN5XheTolzlaNRghdUIUkgc5ebfkcQ8JztKsHpPQoJTdVWEp6UqSTIuPEBIG1iORMYJVxScg1KI1KCoJW4B3Ct09I88Cf1Pw9F0hxT0hdI75iy6TIiXJA8uYAEEADCxqF8vlPbGYUSZz3tf2H/RK0ICaNS6E7iN0J6iRB5gjcg4G9n9dOq1KRJUsoJgGBy/eIEe70x1HifF8o1IUiRVKEFS1PUJmNmUL7LMLiPXCdx+qO8y1RBBSrpstNQFYXtTpr0G8xfqcLbMEfjxnRx4WyYqZeehhvhaMMs/eFVOpyBPKKQ+Mzirnab/pGrVTCakJJa8AQdINpiY5SBgG+aqRcuY3knliqax8h64ofKjdZLj0eRWsTouU4rw+ihprpYuwOpgWOrVIcvp8I2tYLewxZz3FUp021xoKmxN2mbDzI5efLHMwo5vPoPxjHjU0WPBO+5+PXDE1gRSoEVk/CDkYMWqWuNcXGYWitW4oSKfsyAQFIOlRIhR8MUKWY0KFpghQIET95xuM27FkoKodSouOs7GfvGPM3wKsEZu+1MntIFI9YYWJ3tAmMJ7QgAHgRxGnxtR6mUOIUHqC8C+5PriKgD+loTuQJ9yaSffE+/EAb4+e+CWYpgZ+kJF1S/rqGMe1HuMuCqAGHmJey/BCQD3G+2rnzgajv5YgNAA+wFI5BQL9MP1Dg2YA0u1KimxfUDqjmoBmZg3wO4nwTKyT+n09ZudUG/koIP34nC5D14g4NVuY7h8jE3MCKRt9NPt1fkME+G5fWunripxgKEYI4cB6fiAIB9obHBPgJ2PTFGD9Jvzk2ta8o9kZOE54ZWlqKqrayCdOqZ1EMdIDahJuOvpi5lu3ot3gBAM6UUxH9s/COkYE8Wq6stMbVB9xwvUyGMC/+yfuvgMuofG21YzT6DFnXtHJu46ZntvqBCiqAeYKyOvM4B8c7RGqVCqUVZBGr2pINwANtPU7/ABGJkahNkafIHEzcHrPsvxYfnOFfmMzcfxKRoNJjN/zKvaHitQLTmpUCPSll7xtJksplZ0m3lgx2ORRQRi1NPnWap3p0kgBNGiR4hGva0scUs6rUjShtLrTAlT+82x6YtUO0eYUXqah0YA4ZYAoyZ9Ozc46jg+To165q95RdYBA1DWGAXSIsfbUG++2LHEAmoAhRP7ik++QcLHCu1tXvaaBaXzlREkIBGpgs23iZ3w2k0Kw1Coj8tQWuinlZxKn3HC82FsuPaj0bkbF8LDf8oudqckummJSmrMRqaQtgN9IPWNsCaHBqc+DOZZ25p3iqfiTO0jYWY4vfKNU00KEaAkvpKPqBiA14GxGAFDhARQaqhnYExM6RA5KYJCnVJt8MMVNgo/fEerl0F/fMcaL16OXK6EqKWYtoIYkERAABhd+sCBcDAnjXaFXBB8BkSdImT9GCSfaJMm488LnA+AU3zlEMyqC4IIgsSo1qscpYAGTzOOlVqdAVCGSizsT4HSmXi0FSw8V9IgbT5YALiwv6nmS5e41iIGVqIrItd9IqH6IHhLgBUuSSsgbDdjY74OZvgwohfAxJLxALHSIMkLMC+GipwymVYrTGqzDSqjmN2I9q8T78R5el3tOlFQ0xT1KAw8LJAgMZDTYXkeyd5nCNTkVmpZRg/EMmMAeA8IvcN4tk6dAuZNRtQMCDEkaVkiDCzyuReIODtLi7UW0NTDafDYwRHOIIYzPTc4oZXsM9XU4zFIKHYlRSa3UTriIO8c9uWLubzqM5DRL8zESbaZ8uu3ni7BkGNQGoX09ZPrAuR96sWvr6ek3PbCitiKgjoo/zY8xvmOC0mYkgCYsPTHuLbnP2wXwz5P61emlVqtNQ6hhZmaCJEzAn3nFjO9iKGXQtWzFQ6RqIpqoIH1jJIC+Z6HfBXgnFmXJ5eZPzSAn3Dyx6k16gJVQA4YAgEFlIK1Kn1yumVnY3sQCFogKg+ktzavKHKg9DKXFuxOVpUC6ioW0uQXYyIpu4JACiZUWIxz7jwVaaFX8Qqp0sDIJj347H2iXVQYdQ4+NNx+OOGccMUZ6Mh/6hjn6pR2qTrfh2R3xPZ6SzmwRW069atTZuUTrUHbyJ+OPBRXGVl+cB/dYfap/DGd+B8cSHwnWIon2yqo+/G2aEAYiLm+InnDBAMJ9juGGvmqikqoZC8kxAXSLn+19mGROD5GhDvm6ldSTApAMpI5awNJ97DC/2L4VSzOdSlXQPTKsSp25D43+OCvavs9WyRVFc1MusMkxq30+IASTylbGdhiwWVBM5DYMLagIx9fjcq8Y7X5TS1OjkJJBGuuQSOhCjUPeGGFfOiM9R8xT/AMTDDDX7G5quvfpSCIFNmOm0kyLRzwDz+XJzVF5EDuRE3u5vEbYN+evkZSdipSnjcPWMNfsLX7sMHWq4ClkNo1XAV3bSx9dMwYnAKrRdSVZSrCxVgQQehBuMdfyuSdU0MVYCIaBNrDUCYbwmJkRpGFvtTwXLvU718ylFtKrDFTOkQCbg6j67ADliJUzEkMvHnJtPrG3bXnPM2pFJ/wCKl9hb88HOAXgYF8XChHVHFQBqZ1KDBuRzwT4A0QemLcA7p9sTrWvNfpCfG88+XoSgRmZwAHEjY3jrbFzgva8Ll0SQ1ZwS4CEBWidiYZAAFsbkTabVe0HD6tagulYIcNDSJXSbi198LmSy1SnVXXpiG2I+qeW/2YXqV3L6TdPjTJQY+MdK/a1lULTpqp2BkxvI8I3368z64U+K8AbMVAzUmU89IKqb7w1h7oxmY4iimdYBHmMUsz2iqNPz9SP3bfaAD9uJMCkWTY+/WXvpsaEdmo95Mv1kNLTTcrKKAASDC8h6b4J9lOzNTPd4VqBBT0ydE+1NhBAMaTPSRhOzeYIjdtSB5J5Gd/O2D7itlQdNWoniIDozo2kfRlWEqJn1LHnikd0ktPG3WkNEff8AMaOL9mkyOmp3jHQyhiQngYwUITeD1vEYNdlc2K9KrSDaNHgphRBFKIR1XaOXMWHXAzh1fOBKlQOWrU6WpzUAfVpPhRVMeL5wrM3nrGKuX+UKqSDVy+XqkbEKVI95L/YMe1GNBW4kThpp82ocurXXHWS9sq70FysFdSCrfSCDqKGQGEe+MLtXtJVdWUrT0wxOlWVrAkkaXCzb6uDPG+O0s49M1EqUggYHRpc3I2kp0xrX4Pw9qFRaGYcVyvhNdWA81lV0AESs3iZwxcik8GXrhZFUMp49L8Zr2F4xlFYipFOoSClUxAEezLWQ+u8+WHfNZVToWo4hfFTfSZ1Tbxg6Qec85HrjhTppJFwwMEe77RvfbBTg/aHM0B81VZV+rutv3GlRPUAHD3CP+oT2fR9od6nmdZysOzSznSWEgwt7EAC0TyvjTNVkpkjVUlpEBh9K5sbC/MC2FDK/KbVECtSR/NCVPwOoE+8Yst2qyVZ9TmrSay3Wbeq6oHnbHmVSOKuSppmRv9RSR6Q7luMKMu601CQoIAPInmbcsAa1BnpnxBQYXUZPiYgKqqLliSABzJAGCmXzGUqArTqUjIiFcTHSJkYjHD3pKVhnQkOpEd5TcRDKdjEDztzxFqtM7045r74icr8kIKEu1e0CyZqIh5q4hh5MGAIPqMZgVnsitZzUqfpTO0SSVEwANgQBYdMZgRly/wDL/wCf8SPafuppV7WJl8jTkK1RVOlDURWYd4wlVu+kXkkR4DE487MfKply6rVQ03YqqhGDAloF2OiCDY2I6E8hnCuwi8QpJWepUWNSaFGoLDMOQJub364YuFfJymV8amsxEbQJja0yPhjoYSQgB8pVqUXtWrzMca+bFbLq6ggVApAO8N1+OOHcc/8AbN/Y/wAS47ZSrFqKkyPEtiZNnAuccX4yk5Vx+6PsIP4Yj1n+4nt+k6n4X/t5fvzkmaeHTzDf4SfwxXqPibOG9Lz1f4GxXZMSgTt5TzMRgdziN/LElELqUMSFJAYiJAm5E9BeOccsMWf7DZijDoaeYS22kGD9am7fYGJM2jfDRIM2cY+sGdlKqUsyalYVO7p03Ld3IaSIA3G+1zzGCHFflINNi2WyQQiD3uZZ6jrI5pPzZ5e0fwwLy/aJBUBppqWwJYaRCwwD+JgWDMPZJtp6E4g4hWuH8YeSY0gK4JJdmiUeSd5tBsZs9HZe6RPnMmqfLlBVb9IN4p2wzeb/AG9d3B+iDpT+RYU+8YKPV7ypT1DQytRKko3jUGRpMwBqFSTf2QBscU+Edja9cA06TFbeLZfXUSAf7MnywU4kyKlFDbMZeslFyKgIZNVZh4IBUy+9/dhnXmdjKwVVQV19IJq5zNVGio9dmb6JLmf4VFmH8IwZy/BEBojuyA6Ui/mxRWa8SPETYG3lg1V1HIjKq0JAFter2g28zyj0wRVCUoe0Y0k+20Qun2jJ5QST63wS4ybsSbJqtvCxDp8Jas1WlRAnWI1GwVWYyTcxA8yfPB3JcLFIhe8VyN4BHwkXxvwnhNehWNWkNck2IiQTMAmx/wBMXKmWrK2oqoV9yCpi8xbnbliVnfG4TjkxGpyHI4ZORX1kva3LD9Dp2II0Ty3H2jCElFFN1kbEfhOHniyHuVDU2fxAgSVvFiT9WMLtfKILItMeoZo97GffGL2Uk8CNwZQmOiepg6nURR4aCE9Y1X5Wi2IKuQZ2LFGGoyTYD4E4MLTYrHeR5LYfda2PG4SpHtaj1Zjb05YAox6iGudV6GDc5wl/AQJUU0WRBuJ89rjFnOdoHzK00ZWHcoYLOGlXIiLeH9mbEnf3k1lcoqhfFeAPCduUWM8sVxl6VPNKlLSVc6TK2/Oxv8euEMFY1zHYchC77HAJ+XynQuydAPlQ1RVdgWhmAJHoxv5W6Y5pkaDMo0gmFBMAmB1MYduHcQr0KZpKq6eu197EgiN7ee+I+FGjl6RAMMG6g8rCQTsOXmepxmvPcUjwkWk1Y0yO1XdV84qJg3wXhiWq13SnSBnxlfHHKG3Um217xiPiXDQ1VmowVYyFkWJ3AEyfFPLy5YqdoeHd1lhqPjLBm99onnAA/mOI8eFmYWODO52y5sfcar+IhDN5HI5jVSy1OtWcD250InSalRSfOymfPFFvk7K0/DmEapeU0NAmIl5Mc/o3xc7FcTU0e6kCoCx/iFrjqQIHoMNtV1CNAgWP3TjqriVBQnMbLkRttn38zlXEeAZikYamTB3TxDl0v8QMUtY1H12x1zK8QprUqI9MHxmSQCfLflGLVfgWVzA2X0YBh8GviFsylip4j8etKjvCcbVQTcA+uLVKUMIzIP3GZf8ACRh/znyc0xqcIFCiSyuQLeRsPcMKNfg7qSdDgcj4W5c4gfA48VYcqY9dVjyeHykY4nX/AK+r/OfxxmN6XD1YT3qL5NY9LjGYy8/mfjPXpvIfCNXY/jppJTpqWhK1dXVVkkO8rAIM3Rpi4kRjoTPIkGQbjHPOwuTl6z+y4LOpidOvUI6GxI2x0BqYXwjZbD3Wx0sdHGGE4Wr4zuPWQZpvD71PwYHHGuOpFKsOgcfCfyx2HON4G9Mcs4zkdffou5NUD4kYh1vDIfX6Tp/hR7uQen1gnMG1E9f8n+uIKhtPI8+XxwZpcH1U6MvpKAe1TOkmAtpMx0lceHglUOPnomJJLbdbSGEcpvhAE6zsWPHlF9zhq4Z2geqgoNR70d2FYkTBuNTRcLp52Mi3XBng/ZjIll7xxUcwNIBpqT/APhEx5YYOI5rLUqD0qYABUgCmAAD1tA9YvikafeLNccj2zk6nOgO0g38Jzqv2cUakDCGIYyOYAJJ030gKdQAJGgTBYYd+EdlsrRoiqU1xeXBZlPmsWMzfSDgLVzdMqJ0wYsYtGkbbCLL0sTJgDBnh3EiuXU6tKTIMX9wHrYG074TpXd35E5rYhisg8yXM9oSbU195/AD8/djmea4XUfiBqMhOqqGkoQNgdWs+ErEGB1w35gqwAXVIZWDE3lWDDwi0SLgkyJ2wVXKisqqFXVChRcadV4MLdbzfcNbYDHWIuJ3FTNW4SoAgBtj4Tp5TuZB9IXENagBp2XcQ6DmL6WMx/NHrhsy/B1gBjBESQecDry9QDiPO5GnSUtUchLAkxF+V/wAsL7XaLYEe6YRuNdYm1aj0yGvcgajf/q2PLBJc3Tpg1KhUKLqgF2JvcbepxU4l3Lk9zr085sPdAGFniWdRWKECFtcnmJ674iyaBdVkGQkgeI8TKkzHGCo6zbiHF9Q+qkwBPMixI6WF/wAsDMnmxpqNoDPGqQql1QadR5lU84glh0JXarUpOZIPIGG6CBvPLHjLTMRIItJuY8Nv+nl1OOs9gDbInDftmtDiFMJOnrqkAkbkaCdzAi89Y3wQydbLd0C7apB1QraqRloMBwKw0gT7IUkeIzGBVTh6tAFSANvCJ57kG+/TE+XyKqQWZWVQCAJlm6Py0Acpvhp2wqaEqFJKaLU1a2YahIIKiTANyCSoDAiPa8pwWynyf5hClQUZLAMGLyBIn3b8xhWzWd1Ezzn/AH64LcG+VEUzFermqp8KG1PQii0oFKjpPhm252xLmAIFwmVm7gv6x4z3ZVVUd07VH5zAB5ELYR5XPPC5Vyit7Sg+o+zDDW+ULKLSp1XqwtQ+E93UhSDuVCErYGJgkG1r4J5LK8NzanusylVwNTFKi6rndqfK/UDALR4nlBxrRHER8xkda6Q3d+zcbAAzB2tG/lhU4/mC1VwrmHcp3bgKQVjSVvBELpIMFSY527EnZPTpek41SCBU6zI2HX7euKmYyOaoeJ6SlUY1JU+EHUahJ6rqvcDnfAOCDuUXKEzHgXx1nElqEEG4IM2sQRzHMGcNOQ7csU0VpcAjxCA8cwT7LT/ZPriPjCjPVz3FMa5YvUEIniLP4id5YtBJBtABGA/EeA1qI1MoKX8aHUttwxHskTswGNLfGdcd5QHE6XQ4rlsy3hdSxJhW8Le6d/dOLf6Gy+yT6Hf4/njjam3lgpke0mZo+xVaOhOoekNIA9Iwpxjf9QkzaU/sM6lVzdR6TU116kYFlAksjCAfDuoYEEeYnliqeMMq90QeViLg+SxMwRa0+/Cllu3dQkGpTUkbPTZqbD0Mn8MEqfbnVvma1Izu1Ckze50UmOUkA4UcY/YYIGTEKZLjUOztL+lqUkqc13jpO14jljMLaZ3JES2aUk3JZ4J9Qb4zAfl8/gV+clOXP9iXuxefVDU8Dur6RKKWCm/tRtYzg+eLFq25iSTeQccl7O9q6+VqB6T6TsVPsuOjLz+8cjfHSOG9vaGaqIO5FF4ltjLW2IEkC/rIthLac5dgVyu2WavCyO2XbYPyh7N1QZTdiGgC9xuJFpHScJVPKA16+uyozOwkToLtFpnxEACYn7cOtbOUmWNYBIKyWAInc7gjy/DfCnneAUtQ7h6ZeFQMWP7NQdKMy2YggAGJi0ROL9Tg7RRzyJzdPqWxEgdDxBLs1ZyzrAFlEiPcABBt0FziJ6dLSafePKy4CtOm3iBJDAAi8dV5SZ9z2XrIKikEHbwkGANzYnfxX6RijksnobSfDMgqRBiL2N9pxDQAoT6lNmzuHgSPieYqJp7oFy4MLpZn8J8WgIsWBUyep3xfXi2YIXVl4MHUPCYIZhHiqD6IU9L/AA2XKd6VG0GUePZMe0hNg4IDSZ22mMa0+z4/rGYR/V0B5T4aQxdgI20JwfxBcnamzx4SbJZjvNWukENtJCoJ3uSHcnlsRuYHM3WfulLKGmyhVN2ZiFVBsJLEC9r3xOhYrTV2kUwFE+gF/gMC+PccWhVoICurUanifQPACQS2loG523AxTix97mQO+xZY4TU+er7qy1HRylQDSwVaZFMhRazbTcmCLjDN3Pg1LZtNmWxIuyg78zttcxZiCs5fiq5kiuoCh0QxYGSuoz1M21c4w0Uc0hpJ4l9kA3HKR18sOcLfd6RFkqCesmpcWqaQG0lriACRz52O0e/FytVdqLMobUukrEzJYC2m/T4YDCsuqxmfO2GTgnEKVOdTqABaWBJwuYIN4f2KqVTqrsVBM6R7R53Ow+0+mOV9uaYp8QzNOmAFR1ABJ27tDY9ZOOudou24pITTWo/ICkjOxPuEKPMn8scY4rQzOZrPXOWrqahBK925iFCxOkTtvhqUDyYxbPJ6QUXI2GrykfG/PHjOQR0MyNJnqBIsI64t/qPM/wBRW/un/LHn6lzH9RW/u3/LBmjDlY5iLzbzJFvOeePaWbvIOof6jp6YkPDK4/oK390/5Y0HDqxJmjWgX/ZVPs8OMM0dZHmMzpWfh+f+/wAMCstS1uoJVdTASxhRJ3Y8gNzi5mshXZr0aoA603H3jGv6vqDdHHqp/LHPzPZqdjSYhVk9Y+9puzNMcNpacxRXuAxCxp742DEQx8ZgC8zAgrJlT7LdpnyNU1FQNI0mbGJBOkjbYfDAggDpOPJGJ93iJWmmAQo5u4/8V+WKu9PRSpLTup1EyfCwYHkN1H24h4l8qWczuXbL1RTUEqS1MFSwH0WBJETBtG0c8I0YkoPDThmNzuqYmkxYyGrpOs8IyfzGVNBCUqUkLFVJDVYK1AxH0w4i+wgbCMTdn6DCvV1Iy2p+0pG7tIEjqPu8sKXZDtIKYNF6tSnTqGzI7KATYh4Ox+ty5226FksmtEjxOWdqYGty1g0+GTtBnA49OVzb7kupd1U4yOD4xW4n2ZoVHY6dDEm6W5/V2+zALP8AYuqgBU6lOxKsLbbgEb+mH05O5PU4MrU8NPSCfm1UeRi4JHnM3wGqydmAQJMubIvFzitTI1KZIZCIHqPWRIHvxiHHWuIsj5rSsHQgQkeVzPvge44r1+z9B/apIT1i/wARfC8SnKu6Px66x3hOX4zHRD2Hy31WH9tvzxmC7B4785j9ZyQ4bezuXVsq7lQXU2YgEjwjY7jHuMwDdJdk6H2S7lGLETeHi97dMMxEUXIsfD/ixmMx058iOsAZWs2phJi1ptuOWC2WYhtIstrctumMxmJiO8ZUSdvuhfLZZCZKqSbGQLi9j1wSy/DqX9Wn8o/LGYzFSdJOxNy7SyFL+rT+Ufli3TyqDZVHuGMxmNgSwmXX6q/AYlSgv1R8BjMZj3jMElGXX6o+AxutBfqj4DGYzHp6eiivQfDG3cr0Hwx5jMe8Z6Z3Q6D4Y87peg+GMxmNM9PGor9UfAY1NBfqj4DGYzGGZIzl1+qPgMRPQX6o+AxmMxk9Imy6fVX4DFSpk6Z+gv8AKMZjMFNuUq3DKJ/oqf8AIv5YF5rgOWIvl6J//Gn5YzGYyGhMB57geXUWoUR6U0H4YzhJ8VJfoq7BV5AaDYDYDGYzAypWJXk/dQ/S2GKvEKhAsSLcj54zGYm1H6ILfplyhRVVGkAW5CMTYzGYevSe8JgxmMxmCmT/2Q==">
            <a:extLst>
              <a:ext uri="{FF2B5EF4-FFF2-40B4-BE49-F238E27FC236}">
                <a16:creationId xmlns:a16="http://schemas.microsoft.com/office/drawing/2014/main" id="{C194C33E-F45D-E80F-BC0B-E06C38909C1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3500" y="-1571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ja-JP" altLang="en-US" sz="1800">
              <a:latin typeface="Arial" panose="020B0604020202020204" pitchFamily="34" charset="0"/>
            </a:endParaRPr>
          </a:p>
        </p:txBody>
      </p:sp>
      <p:sp>
        <p:nvSpPr>
          <p:cNvPr id="14357" name="AutoShape 37" descr="data:image/jpeg;base64,/9j/4AAQSkZJRgABAQAAAQABAAD/2wCEAAkGBhMSERUUExQWFRUUGBgYGRgXGBofHRscHxoaGBwYGBoeHiYfGxkkGhkYIC8gIycqLCwsFyAxNTAqNSYrLCkBCQoKDgwOGg8PGiwkHSQqLywvMTQqLCwsLywsLCwsLDQsKSwsLCwsLCwpLCwpLCwpLCwsKSwsLCwsLCwsLCwsLP/AABEIAMIBAwMBIgACEQEDEQH/xAAcAAACAgMBAQAAAAAAAAAAAAAFBgMEAAIHAQj/xABKEAACAQIEAwUDCAYIBQMFAAABAhEDIQAEEjEFQVEGEyJhcTKBkQcjQlKhscHRFBUzYnKSQ1OCk7LS4fAWY6LC8SQ0o0R0g9PU/8QAGgEAAwEBAQEAAAAAAAAAAAAAAgMEAQUABv/EADYRAAICAQMBBQYFAwQDAAAAAAECABEDBBIhMRMiQVFhcYGRodHwBRQyQsFSseEjM2KiFTSS/9oADAMBAAIRAxEAPwBwr8KpoFLD2iFHrBP3A++MQfrCjOkU1gTYXIjcmP8Axgp2q4a+ayumgwSqhD02DWJggqSNpUsJ5Eg45ceB5/Xp0V9dx7DcxB8e1wSJmL74jzs4YV0nR0qY2U7us6LleGU6klRsYPwB+4jArjHBi2aZQ7ooUGFaLlmuY3sB8MNHY3gpy2VC1jqqtLOdxJERPkoVZ/dnnijxpyM40Akd1T5eb46OlskbutTk6zaAdp4uB6HZid6lX+8bFX9StBvVBABEu/Ujb0FsN/CuHUXTVVqOrlmt3zLAkhQFBAAiMUuJ5QK7CnUq6RYRXYkzTJDLNv2kKRPnYYecvP6ZMMRIvdBOU7M6kBL1JvtUaLEj8MXcr2YVTJao3kzkjptg5Q4ZlpbVWf2vD/6httK/v/W1YkpCmtQJTYusrctqO+2omTgd+6xULZtI70pJlMv3SsVLMVBIXqR6fYMbUcjl/wCkUqPrA299reu2KVPhbMiuhIYqNmKhrcyLgxzH241pBmJRgQ0XWpUqtbrGoBh8cfOtqHVtxND2TurgQiGP1RlSCUhiByKn42xT4TwikSyuuyowj97VMnnsMUMlwNEql6erVfVB8IF7ee5hbxOCzIe9Om3zVH7mw9NSWxlwIt8CBwqniTVeDZVQZsQJuRiHh/C8tUSY5xYjoD+OFntnRNClWzClQwRCdQnVBKqu4tLG889uRi7Hs/6VmaYICqEc6RF2LC8k7BYwB1Lg0R16cx66NWxlw3SMb8IpCuBp8JIX7GPxsL4JfqDLdD8R+WKuYQ6V696v+F8a5nLuykays88NyZ2WuOokyYQ18+MAZTi+XOcOXqU9KMdKvNw14VwRcMIhhaTFxDE9xLglEaQg3JmY5KThHzwVOJhGPhC5UBupL1tjz8TL8cdBooda6r+3/gOBxZmL7T9+MdnwoEDqK4/txI8twnLmkjspkorGOpAJgR9mKXEKWXo0nrNSfu6ZuRPs2v7OoG4kRa+N8uxWgrM2lVpqSSYAAUGT5YSO0nBActXIptrUAgBTYl1k6RYHcTGze/BLmZr46T2PToXVWPUiP2T4fla1BaqAlXXUvmDtYicV+HcOo6SKguIgDcyAT9+K3ZKg65LLgyIpJIIgi2xHLFvO8OFR2EkaRTgjcTTWfd5Yzt27MkdbgNgUZNt8czKeToEyabafXxDzgi4/3fFunwvJsYBBPTUJ+ETOA5V0Ol9YnZjWq6T7gRpPlOIs1wKm7BmHj3ApyJ87knn7RPPzxMNUycMbPsjRp8bdTQ+M849wZZAQsoNYLKmDGgmJHuxV/wCFv+ZV/vGwa4k2ilTLbjMqD/dHFXiAVstmagrOtYKxpKtRhsgI0ooaSTP0WvyO2PoMLVjBqcTMt5Nt1BT9nYdV7yp4o/pGnntfyxBw7gbVCdTVAAFP7RuYkiecYK5imTQrFatZXVGZZqPIYavAgUEuY0EHQ4nUI2URulQkMHzCqWpjRLsyjVFVidIUxTOpQJuD7dkDO1H9MX2J/qm1LssJHjqfznF79RL9XzxdyKaadL2mZkRnklocgahcmL8ptgvQCEX5qvLyM4VlNgGo3EKJF3Emm9PSSqz0OkGR1k7WvbrfHtBabuEZQCwMQImD0Fut97c5ESJ2aZW0KfZECYnTy5f7vifhvBCtZWJnQZNzA3mfMgkXv4vXHBxNn7UXfr5T6LKun7E1Xp5zKnA1nbGYO188uo+x8ceY7HE4lT5moMUMoSp6qSPuxfpdo82ns5rMjyFepHw1RgStbG3ejE9TtEqeojt2T7d51s5lqdTM1Hp1KqU2B0mdR0i8TuRzx2lKRd2Us3hjkp3LDmp6Y+cOzdYDO5Q9Mzlz/wDMmPpbJ/8AuKo8l6/WfpjGYgrz1P8AE5mrIDqAOv8AmQ5jKhBvJPIqn4KMeZbLlyQdAIv7B/BxijU4kDAIPhsTMzEnn+eDORyxHibmIA38/jthS52bIQp4EDapHSV8xkgglikfwv0J+ueQPwxXFVEYQUnUQDLASsE3uIHMzAIIwTzbgaZQsCxBhZjwteBPTTe3ixVWqZvSXUGIEC+5htUQJhTvz5mAbO0bzi9i+UrLmRTQgFdNMCYYmBBYXFMyAATbaMZmFWpZwJU2hyGm+x7sG8G+xg+eCrUUJkhSep0zaPLyHwGMbLKZ8Kkm+w3tfbewv5DphVL5RlnziLQ+UvLaQBRzCiNgKP8AmxOnyi5TVq7vMLKqu1PZZj6Z6nHEqHEKqgDVta4HK3ScTjjtQbhT7j+eN46VOh+XX7M7UO0mSzRKd1XqFhdQgMjbxAWIvF+uCmSaihJp5ashb2iKaAmNpO5/1xzT5KuLGrxAU9IE0qlwemk7Y61wtdSMejt19wthZI3AVJMrDG4TnnnrNdasP2VWdQafm5kCOsRc/HG1WiHiVrAjYqVBHvUgxt8MTZnPpTG0+U/nzxPlK4qIHX2WuJBuOu/WcM9oiunSCVo0ZU93UZi5pgsFY6hqJEtJ+ib7Wxf03BNOoYnnT5iOs7HHlfL6agZKQYwxnaGgdTAJEiQJ25ScY+YqxamJjmRAtMefqOo3vG8eAmEk9TNFy8IE7uoVA0wTS2iIN72wMzHCctRXvGy7BUg/0RAvAhdUCJ5DBb9IqEiEAF7sQOl4EwIkbzPlcjO0mZf9DralgaCSehDrFvMSfKw3mBr0ENCbAsys/a/L9Kv/AMX540q9scsrMdNQE6ZHg5CBzJ2xz7v5+lGK2ezEsTq3/LAgmqInQODCD1M6JV7Z0GBBR2B3B0X+Ixd4ZnV7oVETSrGPE8tOrTfwHnHM745L+sCNiMdG7J1tfDUY7is0+5ww+yDgHBUFqEm1hx4sRbHdxkqZMuAGRTD6/ab2o0z7I5HEg4Yeij3N/mGLOZfRcST0i3qZ2GIKPFgz6QF5TBBidsOGUrxciKqTI8xw+oqyoUkRbS20iY+c3iY84x7lsmzai/hE+EBVB0wLkMWvq1e6MEz/AL9nApqdPwHvH8ZLASIJIeTEb+Ob2GhY2ue8+c3aPKWP1eB9M+8U/wAExq/DJ/pKnucD7lxFl8gndCmrtCgCSxBBsRKxAOxiPvxKeGLMyZLapB8y0WGxJJPqRtgST5whx0nO/lCpPRzCIlatoamGhqrm+pgYv0Awqs5IgkkdCSR8MdC7acEpmpTLF2hD9KN3Zj7Mczhf/VGXH9Grfxy3+InEr6dnN7uJ28Gux48aqV590We7XoPhjMNa0KQEClSAHSmv5YzCvyH/AC+Ub/5Uf0/P/E5JW4tk2HhylVP4c1P+KicRfp+U/qczP/3VL/8AlxY4fTDOoZEIn6o+218Mxo5bnQpfygYvDek5jYqNBpR7CZCjms5TWlTzAemVrXr0isI6mT8ypNyLC+O7cN7RZSrm6qU8wrVAANGlxsSSVYgK4BMErMc8cx+TtqI4gvdU1QmnUWRaRGuI9VGLnZbIA8VpAk/+n7xgVMgssUtPkIdj/ZjCyysV48YjJhuyx6ciU83xTMnMZijTkkvU0AC8HVB9Nr47UAI/8YWanHMpQpHvDUUIDrISpEqJYWBB928GNsQn5VMhBIaqYBNqR5CbTzwQCVaeMjwad8ZYkkxmzlAusK2k9QQOo5XMTMSJgXjEdLJMC0VWAIAAkHYu03Xfxx6It8Cc321VDbLZmoJA1IKMXAI3qCRfcfVPTA2n8q1AsynL10KhT4zTHtTaA5hhBkGCDjR06j4yns28ob4xwWvWUCnmGpQ5PhLgx4jEgyfEQTyhdIA3wfRb/wDn8cJLfKlR5Un97x+eIm+VVeVD41D/AJce3LPdm/lON57gKCtVX9NyqkO4gjNAg6jIP/p4t5E48Xs4p/8Ar8l72zA++hi7n+z3e1alQZgL3lR3ju5jUxaJ13iYnAipwlhPz6iDElY/HC91zqpRHj8o6fJlwTuuKZdxm8rU/agpTeoWYGk9gGpKLEA7jbHYeC7P/H5/VXpjjXyWcJUV3zTVTUbKmn3aoyhSagqUz3kqT0iCNzvjq3DuOqXZFRQbsfa3B0kQ3oYiR4TtGM/cs5uqQtlDDw63OafKdxyvSzlenTq1FAAZVWfpU1Nud2Jx2TJ5cJSRALIiqLdAB18sLPGsjRfMrUqUgXS2oz9EkrKyAdybg74ZqDyqkiCQCdvxw9lCgVFbieJBxD6PiCQQZJsbiFjUBcwLzvAF7VKbDuyor3hgDKzcnSSTLTeLH6NsXc0ZZBp1Xn2gIjnGxPSeflJFU7D5oy0sfGwM3062A3AEi50x4dlnBBkPCa65cJl6uZ7yq5YrqaWaZaBImwBgcgMWO01ItkswAJJpPAMXMedsaUMmjVFc5chqYlG1mRIBmCQNRLVAZ8Xhk74uVqwqUqylD7DghgSCPEu5sZiY6ETvjGSxCRtrAzjxkCBSptJgMKYv1i0e+MDM1SW5JUdBpv6G1r46MuVpqIFKmAdwFX8sVKnDsud8vSPqi/liNdJlH7v7zuHX4v6P7Tlddr2GOm/JizVeG1lUaiuaYQL/ANHSP3nEeY4Nkm9rK0/7JqL9qOuGfLZhUFNQnza0qegF7AaVULLkzyF5J1CeuKWxlUO4zm6vImddiirjBnlPdVBF9DdPqnzxz7s/n2GZMGwRjbyIIU78tR/snDpwk6htYg9NtU8+UN8Mb5fgmXpzopIuqJsLxcb9DhOfCclEGpCV7wPlLWUzGtFbaR5fliitNwSFp0wNVvCRfx3J6BdImIJYgWwSUACBAA5TH4YG5dEyxd62ZEVHAXvKmkA3IUS0SST6wOmKFBA5h9TxLORJuNGhYDLAI3LWP70AEiLaufK5p9f+rFatxWgglqqKDG7ddueNavHsuoJaqsATME7emGBCfCYTUXu3jqr0dTKsq+5AmCvX1wrioh+mv8ww39o83QzApFQtSAxkpsDpIjUOcfZgG2Spf1NP+Rfyw9cDEQhmUCiIPFMfWX4jHuJKuUpyfm0/kX8sZgvyz+Ym9snkZyBM0Nx/v3f64mqZ+B1m2nr6dMVqdKLmwGPKS6jq+HpiFbPWXN6SbLZuqrB1qPTYbGmzKwtHtKQdiRhr7JduWytSq2YatWDomnU7vDBjMqzXBDCfTrhWp0pOPVqySCPCDE/fhlCosidCr/KNlqiVldWIZXSnppsvhKwNUbMSSOfLbHPHqsaZHMqR74xlcbIOdyfL/XG608YqBekLdZudHzXyp5cgRTZAW0tqpknSYJ0tfxA7SBz2scLHaftCmZzK1aCstM00UlwQZVqhsDy8WAgyUwYGNu65dDgQiqbAmGjxCSVDi/QqjAdK0DqdhizSzI529fzx4iDLZz5BIKgweVvSx8sCeIUAxmLGSBG0mfjf7MV8xx5NR8LWkcrwYnfEZ7RJ9ViP7P54AgR6bl5qM3yf8Rp5f9JDOlMuKLIXJALU3LabAnY9MOLdq6Id6hqKStNhTXxtqJQgAwsKJIuWOOS5fiKVXiCoF7xfBU51PrDGbeOYGTvMTHyr8qdcmRRoCNpDH/uGK1X5WM4GA05cT/y3/wD2YTP01PrD44rZ3NpYTdiFEEbnzJAA8yYxjbmFCCFQeE6hwjt9m6xqy1NQlCo4Ip7MNIBIm4vthnyXabvE1rUlYEEBD5XgbmCOUHHMuynDaqd+W0w+WqIIYGCxSC0Ewtt/MYMcHzdPL01p1GTWgM6ZI3YxNo9oXicUJjehuERkVT0jHxjtJWp0mfvGUBt4EhdYHIb6emBlHjuZWmUqV2c6iC02IKg9BaDzGK3aDP062UZAdIqqyK5Fpm+17YAZd1p0BTWpLBmbVDRckgQZMCYiTYe7BMhDWPKIKntAQOKMZBxIMLMDjRmY+Q6nCrw4ureMrFzKzJ8rgQPLBwcWQqwaIIAFj75sY6SMDi3kd+OTdXeEs1CrIzI6tpYI2lgdLSAVaNmEixwTy3GSKeVlVJYvTvq2UkW8YgwN4Pwwo8NzPd03FSohZ3RvCCFENJhYsTcneSbk3ODK1Qy5doYik1VraYYOxjSILHcfV9TsaAm4QTcCdp+KZiv3TJCtRJCqwABWpuT42O9JYJi026a8HzGbbOA13QADTpRV6qIJI2g8r2F8Q57I6G/9w7lihI+bEGXsB4vD02585xJlcsf0oDvKntCT4Zi37vWMMHAk56ztMiNr/hhC+VPiTKuXpqnhLFy1mKso8MKSoaxqcxsDygta5YX1VKpifpnCj2/zOWpVKaVXEOlQqartKsBpBWGiYc2IINrWwnUEhDKNFt7ZS3Sadq81U/Q1NNtD1Ep3AB3AaLg228/TCVXp5ysKKVqqlCQJAGqNUGLQDGG/tVTJydC7CFoyR/BF/KSPfGFruINAF3E/vfvLt03w1TxF5hTkSuOytAkrNclULx3g9lRJIBrenxG042q9icveVrHSNRh5tEz+1/3IxbzvDqBRGkGoqkks+qZEDSFICG5kDe3niw1NhTJOYYlje7mBYABFZZCgxJJsb7YWWINcTNtjcvSLtTsvlASDTYR1al+NbGY94nkFFVgteqRaDFQ8gbnU0n3nGYHtPZGdlFuqhiXNh9Ebe/rizlzqUHFTiJYKJAieR8sXOHoe7E85OJ+bnTpQnrNqpIUkWx7k6YKiPt+2cS1aUqQOYONeC5Go1MmPA2oTP9k+c9BHI4wtUzaChI6zYUlmVKtPMTePJgGHvAx7XOhdUTt9+LeW7L1AC4hmW06lUFSRMKzBmIheQux3xa4r2WYqBSqayQDpKuvTbUApueXQ74A5lrrAwqxouIFp1RUYs1gABcmAegjmb+4Hpi3Togbdb48p9maukqxCnVztsCI3iWkRJHs4mr5B6CqYTS+piS4sxMsDGwnaRtjVyXwZjKe0IUd2amhPXHj0YHXFccWP/Kjycn8MS8Xr1KIpMy02WsutdFQEgTEOCPCfLB3AIo1AtPiDy0NEMdgLCbDbGVOKVfrz6hT+GIzSpMSfnBJJgFPXGx4dRP8ASOPVQfuOBMeD3a2/KS8V4pUFRgulQIgBVPKZuDglwuvmO5Dq9USpbwJSCkjvtvDP9Go/teYxBU4KuZq/N1PEYt3bn7YjEwpVaQ7sZqmum2llCxudis/SPxxpeIOO6uS0+0OZTMtTNV2VWYQ2kEgAxJA32NsTcY7VZhUD06jJqO0Keu0g2tbA6v3gDO1ShU1W1IELSRG4UHacPvYrsBSzlJP0m6tGjSWBXwk+KCJMhvsx5SSajXVQgf3QJ2P7SZioc3rqswXJV6iyFsymnBsNxOD/AGdyLZmhRqO0vUXUTEkxK3Agcvsw4cO+RvKUO87tmHfUnovMmUeNQEtY2F8W/wDgunlKNNUJZKZVQCJ8OrV5k3w4A1UlbIpPEDV+DTRppq9nWZjqx5TgJxThGgAkgyYsPI/lhpqLCgLadUepY4B8W1ssPbSw2EbiRfU0nfkN8GRxMDiwILfI2B5emIxw4kWDH3YY8pSAQW/3ONnOMCxlxM4lkWpU2dxCi5JwSyufYLw+lpPzxr6jewpm0+sWxJ2rVmoFVAJJmCCQQqtUYQLklUIA6kYqZaGfhTk3FLNsAQSbzNwAJHOwnkBgh3WqLYXFn/jjOm4RhtbTU85uD1j4H3Wsh2wzRqDvJ0cwNYJ9CTbArsr2SfOuEosmkDxOVrhVMWE2EmRaZiTsMaZzhFbLVu6rmmjqQSDUqC28iTBBGx2wJzeYgDCCauPtTtxlFJBo5r+9H+bADtTn8vnChprXQKrAh2RpkqRvqiI3EG+A2YdWYkOhkk+2nX1xZo5dtEgAiC1mT2Q2gt7Wwa3rhb5NwqdfDptOpBvn2xj4j2610lWiro6hRLRFhH0XnfA5e0+aI9tQesP93eYFZbJVGmEJ25rzYKOf1mUe/EvdMN1a3kcJbO4HEedJpWNn+8ZanaCoQIkb7s5Hlswm3XfAmobmS1/3j+f+4xoM0o3n4HDD2XFCvTrJVRYp6X1xD6Tq1DVEgDSNupwhdRnLUDXumZdLpETdV+//ADFp8sCZk/E/njMEsvxE1FDJlqTKZgiix2MRIMGCI92Mxn5zU+f/AF/xM/J6X+n/ALGc+prME1GI9L+lzbli8nEEAgBoHp+eJKNNGIUBnYmFC3JJgAAAXJMev3Ng+TPNBkBRAagkBqo8J8PhchD4pP0ZFjcc7yFXqanJOQxXyWcFRwqq5nchZj1g/wCzizXoVct85QhkcHVrSQp2i9jckC1rg4J5ekuWrGlmaLAqb6akOpi15h1gyAbXkeZbjWZydMAU0dmqqHPeNKQ030i5uDGwO9xjzJdCauUjpE/gmeZGZKoBSqpWwAKturSIMTKm4s7G8QSXaLNMBSC01pB6VOoe6JHjI8WraX5GIF+eI04etY92hTUwi0yBtNhsBFzYYJ9o2JQuTZZ1GBYt7wdMiJAjfphTKq5FEcBkfGzC+Ir5nNVjSFMsxRTqE7zF/FEm0c+WLtDM16mXWaZcUtYZxBXR4SAxBgFTrmeTDpgz2XpZavXCkoQkOFPg7zSV+b1sYEgkkcwpjqOj0M/l6S6zTVe7WV0uXjyAXwgRYIOZ2AwnUZ8eFp5NzJtIM4ghSoyp82hdlXUCBEsBP+zhw7S8BqDKU6ialKPp0qDpFMqIZTBVmaoJIBtLWE4DcL4PTDCKbUST+0radCDmNIbUAfZH8Q6SelcTGrh1NKZVmPdgDXp2uZMMR8OYxcqgjmSZGZXAUmc77N9kM7mQT3yIqmCXnUdiCEVdrxcjb34l7R9lM1k0VnqLVFRtKmmTIsWllIBFhuJ+3B3IdlMyU1LmKK1CzEqtU2kQPFAOkC+nmVEmBi3xLsXm6i6u8y4ZW1DXWInci4TSTBNjG5MiYxJsydrdjZ7P5ju2ev1G/bFbszkqjKRcv9MFWlVutgQAZBJkGASAbxiPtzk7UdWnv7yoJLaDJBYchMRJkySLA4PZCuaGZXv62Wp6CdWitrgEEFfA4IkEibkTtzAHiXBaFavUqtnKZNRixJubmYjVMDYT02G2GMqg2DH4xkfusD/eWuCdk6Pd0hXU+On3jMXYEMQSoUTBgECwIPPBz5Nu0opIMvUaaqVWA3vpYtI5R7QjCxlyKThVqs6qNKuovyuo1yNImIv9kX8tl8hSqI/6TV1021AdywkwRfcmxI9+CDqD1ED8vlPAUkD0M+gadCZ1NrU3AIFhv7/9MVM/lndKqtp0lfDEz1vjnVPtbmIEGRAIio62IkdeWIj8oLEECqgbaCarmdoiUn3YYzqvUyZNM7nui6htidKerT7mvgVxSoCh33U38oX8RgLxPjFCoRP6QGUsZQ0wCWMkFTNgZtv1JxQObTkuZb17s/8AbjxyYz4xx0uTyjZSqeAYierfC0OKRYJXHQsFgettseNxFGMVEzSEWJUUoPKRK7YMOnnMOHIPCTdrs+9Okj0zDrUUg38wdiDsTzx7l82ujh5ZTq/RKzSPZUkNqXfc2geWNP0XIusGtmlncFaZ+5DiVshkSEX9Iqju1j9iTPMMYgSMCXxk2TCGnzeCmFvk24jl2pdzRDUmTxsradTSVGu06hqKreSo0g2gmr8pObymZenRZia1AsCwBIGqJpzpvBA/hgiZnFHhHDcpQzCVv0tnCBvCcuwBlSpDy51AyD5FRiLKdl0nvKecp1NN4q0iWJifEdZGomTtz54SWWquZ2ORHLsCPcfpA1XsfSuNRkKrkaT7LAGbRbxL8cE04ZUZSoTLsAgEGkF8IYMFGlltrOrSB7V4m+Hmpxqr82aRyXeiF1zoDJ3bAjUULJBBgARZeRwu0ezmdJUo2VNMowKjMMCwYWJ+aswsYvecAig3zCOXIwBofAfSBE4IaLpVFGgrC0Ia6RtKsoqQUPSIN8EeIZ+sSCaVOSqsSrMplgGuYJMTub4IZzsrnn7nVRod1RjVGY1FhILW0CbA2mbm4nE3aPssWqq3dhUpftHQiVpmYAE3uIG8SfQkVNE3A7WiLVfh9ICzfEKk+EP6itF/TTgRnu1VSiwBNUWkzV1R0MaR5nnythjz/ZzMWXKq1TWAYDgERDagWYcjBH38kziuTrJVcVaTKwNw4g7eZgxtIJFsLRhkG++Iav3aCi/Pm/hdR+HaivSCpTpllVVGpnkk6RqMqCD4pgjcRj3Cbw+vmxTHd0GKXIPdAzJJJk3N5xmGHd5wP9MdQP8AtGXs7lcrkq/euyVSqMEFOnUkMYEhjTCjwlhv9I4sVO1VV6/fMvgX2aa+1uDOowvL/wAbYx8uqKSXpKQNppg/aB9+E7tDnjUcKHimpgkFo9+kNuRAMG99sR5EbIbevv3yz8vhY3yff/iM3aLiOWzdTv69KrTIpqpAIKmGY3KvquXiy7AX6UOJdochVYPUo12IUKSrbwABZzAA8hJ54DUOK5JIFSgyW3MuPjM/FRg7l6OXIDJTpEciEX8pnFeNHqrEB2wJ+1vjKY7T5SmIoZeqpP8AzVBNucAg/DG78bqrEZdqpa8sXYC+5CIs3v7sHKWkUwwESzCwEWCnl/FjK9QBtIJ2U36lVMfaBg2xgG2PymLq/wBqKa9sX24jnnFsrRA80P8A31PwxYyvAuJ11LKaS6LhCEk/wDSwJHrPTF1eICRIkTthuy/EaWXpd+xZFQSwKEnluBJEWv54HLjPVRcT+b5qgJy9jnW70tWcmlTepBZ1UqohiqkLLKWWJG4nlejTqKxlqtWmDfSWZyoPKbBj1ML6YbuL9qAa6VqqqtGquZRRV2dHNBm2K3BEG5iRJJmEvjAUVHZL02dyrKPDGowFbYiOc7dcPP8A64vrf1mYc5bUk+n0l2qcgW8dSuDb6NMg25NqbnJgnF2jwbLkAplc5VDXDKgg+hRSCPTCkHVrHbnHLzHniSjr8dFvFo1QCJ2u2mbi0taOeIzU6q5n6Ru/QFE6eHVoXnVrmmB7nUYr5HtPltmytFd4YxU9CZg/YcCOGcIpOqtpFRm1TTXUChBgaoMkMDIIsL9DEvFOF0hS1fsaiAAK0zUvBGncECTq2tHMHB1Qv6SdspZ9pJ+J+s8z/bfu6jIMrQ8PPuqPSdjSODuT7R1qtAFVQagsqtKlckhdKqKQn6XOdutlnI1vBLKW0kLvFiDHI9D9mCQobOlmkRPXcaT16beuFNyppfnNVWGQb391Qp+t6gMExFoIFotG2Gjspx1mVg5mDvz2FvSxthdrIuaWnV8S1CGFVtDFfBA1ki+ppgKoLEqQBtgx/wAB5qkCabq+8gEqxgwIGxkGbkYzT9pYYg1A1L4mQpwGjU3FemKWa4i0b4GUOy/EImwP1WqKT18x9uCfCcvS1FK2pngQD4R0IkW1XFiZubC2KsubYhYg8Tl9mAau4r8b4xoGpiT0E7nC4O1WZZwBUdBySmqn4SQSff7uWHntZ2TWvTLUgaTUlaoFYHxqQCdU+JWGkwCTEmw1ThH4UzU9RC0qgMfSAK8gZI89pG2Ik1S5gSpnVwYlr1l1e0BDEPVq6l3FRAR8Axxfo51nUMKCMrGAy5WvBPQFEAJ32PLFCorll+YWKbatLEMDYSrAR4ZExOHnh3a2gKYlalAr9BablQNoUosFRyFjHIYzd5H5/WU5d6cqt+76ROPEaXMUARIN66kEbiGcQfdiShxikr6bUwDLsGJER7IkyJErIIN4m8H3tBxJMxUeqtJUiCG0Q7kwoZ+uxIBvbe8AVwzLb7333+q2xAmedrkxFtWMFeMHVbjhoiifCz9ajAvEKjL4QCGLP41YkM4vAARhAIA1XsJ6D0UgBs/92D+IxazfZGlXyhqEgNRFVmOkSzA+HURN9FjH1EgYV6PBUmwCt5WOJDlxuT6GugMb+HpWPag5HXkiHFZQZge+iPwq484/xKpWUBAtR2JldJWVVGqN7VQggKjEibiReYwFqZRlMd46n+NhH22xlB6tKrTcl6oHeDS7sRD0qlMmbxAc7Yq0xRXHSvZX8zdbidsZNG+g5vrx5Rl7H58V0CyQ1Q+Fms4IsVcgAaWOrTBsYO7Niy4qS1/Yu01WkDaSOQm07YUuE5bu6qEtoAN26C5PP3+sYP5DgL9+cwz1K9fM09K+yNIcKCWKjSro2kHYe02m2DOlx5MzOv6D0HP8TknNk0dJ40L+yITVM1yTMRyipUj3X2xmGHhXe06KpmXNSsshmCm9zp9kQTp0gkbkE4zFH5LD6/E/WD/5PL9gfSUeN5XheTolzlaNRghdUIUkgc5ebfkcQ8JztKsHpPQoJTdVWEp6UqSTIuPEBIG1iORMYJVxScg1KI1KCoJW4B3Ct09I88Cf1Pw9F0hxT0hdI75iy6TIiXJA8uYAEEADCxqF8vlPbGYUSZz3tf2H/RK0ICaNS6E7iN0J6iRB5gjcg4G9n9dOq1KRJUsoJgGBy/eIEe70x1HifF8o1IUiRVKEFS1PUJmNmUL7LMLiPXCdx+qO8y1RBBSrpstNQFYXtTpr0G8xfqcLbMEfjxnRx4WyYqZeehhvhaMMs/eFVOpyBPKKQ+Mzirnab/pGrVTCakJJa8AQdINpiY5SBgG+aqRcuY3knliqax8h64ofKjdZLj0eRWsTouU4rw+ihprpYuwOpgWOrVIcvp8I2tYLewxZz3FUp021xoKmxN2mbDzI5efLHMwo5vPoPxjHjU0WPBO+5+PXDE1gRSoEVk/CDkYMWqWuNcXGYWitW4oSKfsyAQFIOlRIhR8MUKWY0KFpghQIET95xuM27FkoKodSouOs7GfvGPM3wKsEZu+1MntIFI9YYWJ3tAmMJ7QgAHgRxGnxtR6mUOIUHqC8C+5PriKgD+loTuQJ9yaSffE+/EAb4+e+CWYpgZ+kJF1S/rqGMe1HuMuCqAGHmJey/BCQD3G+2rnzgajv5YgNAA+wFI5BQL9MP1Dg2YA0u1KimxfUDqjmoBmZg3wO4nwTKyT+n09ZudUG/koIP34nC5D14g4NVuY7h8jE3MCKRt9NPt1fkME+G5fWunripxgKEYI4cB6fiAIB9obHBPgJ2PTFGD9Jvzk2ta8o9kZOE54ZWlqKqrayCdOqZ1EMdIDahJuOvpi5lu3ot3gBAM6UUxH9s/COkYE8Wq6stMbVB9xwvUyGMC/+yfuvgMuofG21YzT6DFnXtHJu46ZntvqBCiqAeYKyOvM4B8c7RGqVCqUVZBGr2pINwANtPU7/ABGJkahNkafIHEzcHrPsvxYfnOFfmMzcfxKRoNJjN/zKvaHitQLTmpUCPSll7xtJksplZ0m3lgx2ORRQRi1NPnWap3p0kgBNGiR4hGva0scUs6rUjShtLrTAlT+82x6YtUO0eYUXqah0YA4ZYAoyZ9Ozc46jg+To165q95RdYBA1DWGAXSIsfbUG++2LHEAmoAhRP7ik++QcLHCu1tXvaaBaXzlREkIBGpgs23iZ3w2k0Kw1Coj8tQWuinlZxKn3HC82FsuPaj0bkbF8LDf8oudqckummJSmrMRqaQtgN9IPWNsCaHBqc+DOZZ25p3iqfiTO0jYWY4vfKNU00KEaAkvpKPqBiA14GxGAFDhARQaqhnYExM6RA5KYJCnVJt8MMVNgo/fEerl0F/fMcaL16OXK6EqKWYtoIYkERAABhd+sCBcDAnjXaFXBB8BkSdImT9GCSfaJMm488LnA+AU3zlEMyqC4IIgsSo1qscpYAGTzOOlVqdAVCGSizsT4HSmXi0FSw8V9IgbT5YALiwv6nmS5e41iIGVqIrItd9IqH6IHhLgBUuSSsgbDdjY74OZvgwohfAxJLxALHSIMkLMC+GipwymVYrTGqzDSqjmN2I9q8T78R5el3tOlFQ0xT1KAw8LJAgMZDTYXkeyd5nCNTkVmpZRg/EMmMAeA8IvcN4tk6dAuZNRtQMCDEkaVkiDCzyuReIODtLi7UW0NTDafDYwRHOIIYzPTc4oZXsM9XU4zFIKHYlRSa3UTriIO8c9uWLubzqM5DRL8zESbaZ8uu3ni7BkGNQGoX09ZPrAuR96sWvr6ek3PbCitiKgjoo/zY8xvmOC0mYkgCYsPTHuLbnP2wXwz5P61emlVqtNQ6hhZmaCJEzAn3nFjO9iKGXQtWzFQ6RqIpqoIH1jJIC+Z6HfBXgnFmXJ5eZPzSAn3Dyx6k16gJVQA4YAgEFlIK1Kn1yumVnY3sQCFogKg+ktzavKHKg9DKXFuxOVpUC6ioW0uQXYyIpu4JACiZUWIxz7jwVaaFX8Qqp0sDIJj347H2iXVQYdQ4+NNx+OOGccMUZ6Mh/6hjn6pR2qTrfh2R3xPZ6SzmwRW069atTZuUTrUHbyJ+OPBRXGVl+cB/dYfap/DGd+B8cSHwnWIon2yqo+/G2aEAYiLm+InnDBAMJ9juGGvmqikqoZC8kxAXSLn+19mGROD5GhDvm6ldSTApAMpI5awNJ97DC/2L4VSzOdSlXQPTKsSp25D43+OCvavs9WyRVFc1MusMkxq30+IASTylbGdhiwWVBM5DYMLagIx9fjcq8Y7X5TS1OjkJJBGuuQSOhCjUPeGGFfOiM9R8xT/AMTDDDX7G5quvfpSCIFNmOm0kyLRzwDz+XJzVF5EDuRE3u5vEbYN+evkZSdipSnjcPWMNfsLX7sMHWq4ClkNo1XAV3bSx9dMwYnAKrRdSVZSrCxVgQQehBuMdfyuSdU0MVYCIaBNrDUCYbwmJkRpGFvtTwXLvU718ylFtKrDFTOkQCbg6j67ADliJUzEkMvHnJtPrG3bXnPM2pFJ/wCKl9hb88HOAXgYF8XChHVHFQBqZ1KDBuRzwT4A0QemLcA7p9sTrWvNfpCfG88+XoSgRmZwAHEjY3jrbFzgva8Ll0SQ1ZwS4CEBWidiYZAAFsbkTabVe0HD6tagulYIcNDSJXSbi198LmSy1SnVXXpiG2I+qeW/2YXqV3L6TdPjTJQY+MdK/a1lULTpqp2BkxvI8I3368z64U+K8AbMVAzUmU89IKqb7w1h7oxmY4iimdYBHmMUsz2iqNPz9SP3bfaAD9uJMCkWTY+/WXvpsaEdmo95Mv1kNLTTcrKKAASDC8h6b4J9lOzNTPd4VqBBT0ydE+1NhBAMaTPSRhOzeYIjdtSB5J5Gd/O2D7itlQdNWoniIDozo2kfRlWEqJn1LHnikd0ktPG3WkNEff8AMaOL9mkyOmp3jHQyhiQngYwUITeD1vEYNdlc2K9KrSDaNHgphRBFKIR1XaOXMWHXAzh1fOBKlQOWrU6WpzUAfVpPhRVMeL5wrM3nrGKuX+UKqSDVy+XqkbEKVI95L/YMe1GNBW4kThpp82ocurXXHWS9sq70FysFdSCrfSCDqKGQGEe+MLtXtJVdWUrT0wxOlWVrAkkaXCzb6uDPG+O0s49M1EqUggYHRpc3I2kp0xrX4Pw9qFRaGYcVyvhNdWA81lV0AESs3iZwxcik8GXrhZFUMp49L8Zr2F4xlFYipFOoSClUxAEezLWQ+u8+WHfNZVToWo4hfFTfSZ1Tbxg6Qec85HrjhTppJFwwMEe77RvfbBTg/aHM0B81VZV+rutv3GlRPUAHD3CP+oT2fR9od6nmdZysOzSznSWEgwt7EAC0TyvjTNVkpkjVUlpEBh9K5sbC/MC2FDK/KbVECtSR/NCVPwOoE+8Yst2qyVZ9TmrSay3Wbeq6oHnbHmVSOKuSppmRv9RSR6Q7luMKMu601CQoIAPInmbcsAa1BnpnxBQYXUZPiYgKqqLliSABzJAGCmXzGUqArTqUjIiFcTHSJkYjHD3pKVhnQkOpEd5TcRDKdjEDztzxFqtM7045r74icr8kIKEu1e0CyZqIh5q4hh5MGAIPqMZgVnsitZzUqfpTO0SSVEwANgQBYdMZgRly/wDL/wCf8SPafuppV7WJl8jTkK1RVOlDURWYd4wlVu+kXkkR4DE487MfKply6rVQ03YqqhGDAloF2OiCDY2I6E8hnCuwi8QpJWepUWNSaFGoLDMOQJub364YuFfJymV8amsxEbQJja0yPhjoYSQgB8pVqUXtWrzMca+bFbLq6ggVApAO8N1+OOHcc/8AbN/Y/wAS47ZSrFqKkyPEtiZNnAuccX4yk5Vx+6PsIP4Yj1n+4nt+k6n4X/t5fvzkmaeHTzDf4SfwxXqPibOG9Lz1f4GxXZMSgTt5TzMRgdziN/LElELqUMSFJAYiJAm5E9BeOccsMWf7DZijDoaeYS22kGD9am7fYGJM2jfDRIM2cY+sGdlKqUsyalYVO7p03Ld3IaSIA3G+1zzGCHFflINNi2WyQQiD3uZZ6jrI5pPzZ5e0fwwLy/aJBUBppqWwJYaRCwwD+JgWDMPZJtp6E4g4hWuH8YeSY0gK4JJdmiUeSd5tBsZs9HZe6RPnMmqfLlBVb9IN4p2wzeb/AG9d3B+iDpT+RYU+8YKPV7ypT1DQytRKko3jUGRpMwBqFSTf2QBscU+Edja9cA06TFbeLZfXUSAf7MnywU4kyKlFDbMZeslFyKgIZNVZh4IBUy+9/dhnXmdjKwVVQV19IJq5zNVGio9dmb6JLmf4VFmH8IwZy/BEBojuyA6Ui/mxRWa8SPETYG3lg1V1HIjKq0JAFter2g28zyj0wRVCUoe0Y0k+20Qun2jJ5QST63wS4ybsSbJqtvCxDp8Jas1WlRAnWI1GwVWYyTcxA8yfPB3JcLFIhe8VyN4BHwkXxvwnhNehWNWkNck2IiQTMAmx/wBMXKmWrK2oqoV9yCpi8xbnbliVnfG4TjkxGpyHI4ZORX1kva3LD9Dp2II0Ty3H2jCElFFN1kbEfhOHniyHuVDU2fxAgSVvFiT9WMLtfKILItMeoZo97GffGL2Uk8CNwZQmOiepg6nURR4aCE9Y1X5Wi2IKuQZ2LFGGoyTYD4E4MLTYrHeR5LYfda2PG4SpHtaj1Zjb05YAox6iGudV6GDc5wl/AQJUU0WRBuJ89rjFnOdoHzK00ZWHcoYLOGlXIiLeH9mbEnf3k1lcoqhfFeAPCduUWM8sVxl6VPNKlLSVc6TK2/Oxv8euEMFY1zHYchC77HAJ+XynQuydAPlQ1RVdgWhmAJHoxv5W6Y5pkaDMo0gmFBMAmB1MYduHcQr0KZpKq6eu197EgiN7ee+I+FGjl6RAMMG6g8rCQTsOXmepxmvPcUjwkWk1Y0yO1XdV84qJg3wXhiWq13SnSBnxlfHHKG3Um217xiPiXDQ1VmowVYyFkWJ3AEyfFPLy5YqdoeHd1lhqPjLBm99onnAA/mOI8eFmYWODO52y5sfcar+IhDN5HI5jVSy1OtWcD250InSalRSfOymfPFFvk7K0/DmEapeU0NAmIl5Mc/o3xc7FcTU0e6kCoCx/iFrjqQIHoMNtV1CNAgWP3TjqriVBQnMbLkRttn38zlXEeAZikYamTB3TxDl0v8QMUtY1H12x1zK8QprUqI9MHxmSQCfLflGLVfgWVzA2X0YBh8GviFsylip4j8etKjvCcbVQTcA+uLVKUMIzIP3GZf8ACRh/znyc0xqcIFCiSyuQLeRsPcMKNfg7qSdDgcj4W5c4gfA48VYcqY9dVjyeHykY4nX/AK+r/OfxxmN6XD1YT3qL5NY9LjGYy8/mfjPXpvIfCNXY/jppJTpqWhK1dXVVkkO8rAIM3Rpi4kRjoTPIkGQbjHPOwuTl6z+y4LOpidOvUI6GxI2x0BqYXwjZbD3Wx0sdHGGE4Wr4zuPWQZpvD71PwYHHGuOpFKsOgcfCfyx2HON4G9Mcs4zkdffou5NUD4kYh1vDIfX6Tp/hR7uQen1gnMG1E9f8n+uIKhtPI8+XxwZpcH1U6MvpKAe1TOkmAtpMx0lceHglUOPnomJJLbdbSGEcpvhAE6zsWPHlF9zhq4Z2geqgoNR70d2FYkTBuNTRcLp52Mi3XBng/ZjIll7xxUcwNIBpqT/APhEx5YYOI5rLUqD0qYABUgCmAAD1tA9YvikafeLNccj2zk6nOgO0g38Jzqv2cUakDCGIYyOYAJJ030gKdQAJGgTBYYd+EdlsrRoiqU1xeXBZlPmsWMzfSDgLVzdMqJ0wYsYtGkbbCLL0sTJgDBnh3EiuXU6tKTIMX9wHrYG074TpXd35E5rYhisg8yXM9oSbU195/AD8/djmea4XUfiBqMhOqqGkoQNgdWs+ErEGB1w35gqwAXVIZWDE3lWDDwi0SLgkyJ2wVXKisqqFXVChRcadV4MLdbzfcNbYDHWIuJ3FTNW4SoAgBtj4Tp5TuZB9IXENagBp2XcQ6DmL6WMx/NHrhsy/B1gBjBESQecDry9QDiPO5GnSUtUchLAkxF+V/wAsL7XaLYEe6YRuNdYm1aj0yGvcgajf/q2PLBJc3Tpg1KhUKLqgF2JvcbepxU4l3Lk9zr085sPdAGFniWdRWKECFtcnmJ674iyaBdVkGQkgeI8TKkzHGCo6zbiHF9Q+qkwBPMixI6WF/wAsDMnmxpqNoDPGqQql1QadR5lU84glh0JXarUpOZIPIGG6CBvPLHjLTMRIItJuY8Nv+nl1OOs9gDbInDftmtDiFMJOnrqkAkbkaCdzAi89Y3wQydbLd0C7apB1QraqRloMBwKw0gT7IUkeIzGBVTh6tAFSANvCJ57kG+/TE+XyKqQWZWVQCAJlm6Py0Acpvhp2wqaEqFJKaLU1a2YahIIKiTANyCSoDAiPa8pwWynyf5hClQUZLAMGLyBIn3b8xhWzWd1Ezzn/AH64LcG+VEUzFermqp8KG1PQii0oFKjpPhm252xLmAIFwmVm7gv6x4z3ZVVUd07VH5zAB5ELYR5XPPC5Vyit7Sg+o+zDDW+ULKLSp1XqwtQ+E93UhSDuVCErYGJgkG1r4J5LK8NzanusylVwNTFKi6rndqfK/UDALR4nlBxrRHER8xkda6Q3d+zcbAAzB2tG/lhU4/mC1VwrmHcp3bgKQVjSVvBELpIMFSY527EnZPTpek41SCBU6zI2HX7euKmYyOaoeJ6SlUY1JU+EHUahJ6rqvcDnfAOCDuUXKEzHgXx1nElqEEG4IM2sQRzHMGcNOQ7csU0VpcAjxCA8cwT7LT/ZPriPjCjPVz3FMa5YvUEIniLP4id5YtBJBtABGA/EeA1qI1MoKX8aHUttwxHskTswGNLfGdcd5QHE6XQ4rlsy3hdSxJhW8Le6d/dOLf6Gy+yT6Hf4/njjam3lgpke0mZo+xVaOhOoekNIA9Iwpxjf9QkzaU/sM6lVzdR6TU116kYFlAksjCAfDuoYEEeYnliqeMMq90QeViLg+SxMwRa0+/Cllu3dQkGpTUkbPTZqbD0Mn8MEqfbnVvma1Izu1Ckze50UmOUkA4UcY/YYIGTEKZLjUOztL+lqUkqc13jpO14jljMLaZ3JES2aUk3JZ4J9Qb4zAfl8/gV+clOXP9iXuxefVDU8Dur6RKKWCm/tRtYzg+eLFq25iSTeQccl7O9q6+VqB6T6TsVPsuOjLz+8cjfHSOG9vaGaqIO5FF4ltjLW2IEkC/rIthLac5dgVyu2WavCyO2XbYPyh7N1QZTdiGgC9xuJFpHScJVPKA16+uyozOwkToLtFpnxEACYn7cOtbOUmWNYBIKyWAInc7gjy/DfCnneAUtQ7h6ZeFQMWP7NQdKMy2YggAGJi0ROL9Tg7RRzyJzdPqWxEgdDxBLs1ZyzrAFlEiPcABBt0FziJ6dLSafePKy4CtOm3iBJDAAi8dV5SZ9z2XrIKikEHbwkGANzYnfxX6RijksnobSfDMgqRBiL2N9pxDQAoT6lNmzuHgSPieYqJp7oFy4MLpZn8J8WgIsWBUyep3xfXi2YIXVl4MHUPCYIZhHiqD6IU9L/AA2XKd6VG0GUePZMe0hNg4IDSZ22mMa0+z4/rGYR/V0B5T4aQxdgI20JwfxBcnamzx4SbJZjvNWukENtJCoJ3uSHcnlsRuYHM3WfulLKGmyhVN2ZiFVBsJLEC9r3xOhYrTV2kUwFE+gF/gMC+PccWhVoICurUanifQPACQS2loG523AxTix97mQO+xZY4TU+er7qy1HRylQDSwVaZFMhRazbTcmCLjDN3Pg1LZtNmWxIuyg78zttcxZiCs5fiq5kiuoCh0QxYGSuoz1M21c4w0Uc0hpJ4l9kA3HKR18sOcLfd6RFkqCesmpcWqaQG0lriACRz52O0e/FytVdqLMobUukrEzJYC2m/T4YDCsuqxmfO2GTgnEKVOdTqABaWBJwuYIN4f2KqVTqrsVBM6R7R53Ow+0+mOV9uaYp8QzNOmAFR1ABJ27tDY9ZOOudou24pITTWo/ICkjOxPuEKPMn8scY4rQzOZrPXOWrqahBK925iFCxOkTtvhqUDyYxbPJ6QUXI2GrykfG/PHjOQR0MyNJnqBIsI64t/qPM/wBRW/un/LHn6lzH9RW/u3/LBmjDlY5iLzbzJFvOeePaWbvIOof6jp6YkPDK4/oK390/5Y0HDqxJmjWgX/ZVPs8OMM0dZHmMzpWfh+f+/wAMCstS1uoJVdTASxhRJ3Y8gNzi5mshXZr0aoA603H3jGv6vqDdHHqp/LHPzPZqdjSYhVk9Y+9puzNMcNpacxRXuAxCxp742DEQx8ZgC8zAgrJlT7LdpnyNU1FQNI0mbGJBOkjbYfDAggDpOPJGJ93iJWmmAQo5u4/8V+WKu9PRSpLTup1EyfCwYHkN1H24h4l8qWczuXbL1RTUEqS1MFSwH0WBJETBtG0c8I0YkoPDThmNzuqYmkxYyGrpOs8IyfzGVNBCUqUkLFVJDVYK1AxH0w4i+wgbCMTdn6DCvV1Iy2p+0pG7tIEjqPu8sKXZDtIKYNF6tSnTqGzI7KATYh4Ox+ty5226FksmtEjxOWdqYGty1g0+GTtBnA49OVzb7kupd1U4yOD4xW4n2ZoVHY6dDEm6W5/V2+zALP8AYuqgBU6lOxKsLbbgEb+mH05O5PU4MrU8NPSCfm1UeRi4JHnM3wGqydmAQJMubIvFzitTI1KZIZCIHqPWRIHvxiHHWuIsj5rSsHQgQkeVzPvge44r1+z9B/apIT1i/wARfC8SnKu6Px66x3hOX4zHRD2Hy31WH9tvzxmC7B4785j9ZyQ4bezuXVsq7lQXU2YgEjwjY7jHuMwDdJdk6H2S7lGLETeHi97dMMxEUXIsfD/ixmMx058iOsAZWs2phJi1ptuOWC2WYhtIstrctumMxmJiO8ZUSdvuhfLZZCZKqSbGQLi9j1wSy/DqX9Wn8o/LGYzFSdJOxNy7SyFL+rT+Ufli3TyqDZVHuGMxmNgSwmXX6q/AYlSgv1R8BjMZj3jMElGXX6o+AxutBfqj4DGYzHp6eiivQfDG3cr0Hwx5jMe8Z6Z3Q6D4Y87peg+GMxmNM9PGor9UfAY1NBfqj4DGYzGGZIzl1+qPgMRPQX6o+AxmMxk9Imy6fVX4DFSpk6Z+gv8AKMZjMFNuUq3DKJ/oqf8AIv5YF5rgOWIvl6J//Gn5YzGYyGhMB57geXUWoUR6U0H4YzhJ8VJfoq7BV5AaDYDYDGYzAypWJXk/dQ/S2GKvEKhAsSLcj54zGYm1H6ILfplyhRVVGkAW5CMTYzGYevSe8JgxmMxmCmT/2Q==">
            <a:extLst>
              <a:ext uri="{FF2B5EF4-FFF2-40B4-BE49-F238E27FC236}">
                <a16:creationId xmlns:a16="http://schemas.microsoft.com/office/drawing/2014/main" id="{FC4D8EFC-E641-92A6-01EA-A1BC2A5613D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3500" y="-1571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ja-JP" altLang="en-US" sz="1800">
              <a:latin typeface="Arial" panose="020B0604020202020204" pitchFamily="34" charset="0"/>
            </a:endParaRPr>
          </a:p>
        </p:txBody>
      </p:sp>
      <p:sp>
        <p:nvSpPr>
          <p:cNvPr id="14358" name="AutoShape 39" descr="data:image/jpeg;base64,/9j/4AAQSkZJRgABAQAAAQABAAD/2wCEAAkGBhMSERUUExQWFRUUGBgYGRgXGBofHRscHxoaGBwYGBoeHiYfGxkkGhkYIC8gIycqLCwsFyAxNTAqNSYrLCkBCQoKDgwOGg8PGiwkHSQqLywvMTQqLCwsLywsLCwsLDQsKSwsLCwsLCwpLCwpLCwpLCwsKSwsLCwsLCwsLCwsLP/AABEIAMIBAwMBIgACEQEDEQH/xAAcAAACAgMBAQAAAAAAAAAAAAAFBgMEAAIHAQj/xABKEAACAQIEAwUDCAYIBQMFAAABAhEDIQAEEjEFQVEGEyJhcTKBkQcjQlKhscHRFBUzYnKSQ1OCk7LS4fAWY6LC8SQ0o0R0g9PU/8QAGgEAAwEBAQEAAAAAAAAAAAAAAgMEAQUABv/EADYRAAICAQMBBQYFAwQDAAAAAAECABEDBBIhMRMiQVFhcYGRodHwBRQyQsFSseEjM2KiFTSS/9oADAMBAAIRAxEAPwBwr8KpoFLD2iFHrBP3A++MQfrCjOkU1gTYXIjcmP8Axgp2q4a+ayumgwSqhD02DWJggqSNpUsJ5Eg45ceB5/Xp0V9dx7DcxB8e1wSJmL74jzs4YV0nR0qY2U7us6LleGU6klRsYPwB+4jArjHBi2aZQ7ooUGFaLlmuY3sB8MNHY3gpy2VC1jqqtLOdxJERPkoVZ/dnnijxpyM40Akd1T5eb46OlskbutTk6zaAdp4uB6HZid6lX+8bFX9StBvVBABEu/Ujb0FsN/CuHUXTVVqOrlmt3zLAkhQFBAAiMUuJ5QK7CnUq6RYRXYkzTJDLNv2kKRPnYYecvP6ZMMRIvdBOU7M6kBL1JvtUaLEj8MXcr2YVTJao3kzkjptg5Q4ZlpbVWf2vD/6httK/v/W1YkpCmtQJTYusrctqO+2omTgd+6xULZtI70pJlMv3SsVLMVBIXqR6fYMbUcjl/wCkUqPrA299reu2KVPhbMiuhIYqNmKhrcyLgxzH241pBmJRgQ0XWpUqtbrGoBh8cfOtqHVtxND2TurgQiGP1RlSCUhiByKn42xT4TwikSyuuyowj97VMnnsMUMlwNEql6erVfVB8IF7ee5hbxOCzIe9Om3zVH7mw9NSWxlwIt8CBwqniTVeDZVQZsQJuRiHh/C8tUSY5xYjoD+OFntnRNClWzClQwRCdQnVBKqu4tLG889uRi7Hs/6VmaYICqEc6RF2LC8k7BYwB1Lg0R16cx66NWxlw3SMb8IpCuBp8JIX7GPxsL4JfqDLdD8R+WKuYQ6V696v+F8a5nLuykays88NyZ2WuOokyYQ18+MAZTi+XOcOXqU9KMdKvNw14VwRcMIhhaTFxDE9xLglEaQg3JmY5KThHzwVOJhGPhC5UBupL1tjz8TL8cdBooda6r+3/gOBxZmL7T9+MdnwoEDqK4/txI8twnLmkjspkorGOpAJgR9mKXEKWXo0nrNSfu6ZuRPs2v7OoG4kRa+N8uxWgrM2lVpqSSYAAUGT5YSO0nBActXIptrUAgBTYl1k6RYHcTGze/BLmZr46T2PToXVWPUiP2T4fla1BaqAlXXUvmDtYicV+HcOo6SKguIgDcyAT9+K3ZKg65LLgyIpJIIgi2xHLFvO8OFR2EkaRTgjcTTWfd5Yzt27MkdbgNgUZNt8czKeToEyabafXxDzgi4/3fFunwvJsYBBPTUJ+ETOA5V0Ol9YnZjWq6T7gRpPlOIs1wKm7BmHj3ApyJ87knn7RPPzxMNUycMbPsjRp8bdTQ+M849wZZAQsoNYLKmDGgmJHuxV/wCFv+ZV/vGwa4k2ilTLbjMqD/dHFXiAVstmagrOtYKxpKtRhsgI0ooaSTP0WvyO2PoMLVjBqcTMt5Nt1BT9nYdV7yp4o/pGnntfyxBw7gbVCdTVAAFP7RuYkiecYK5imTQrFatZXVGZZqPIYavAgUEuY0EHQ4nUI2URulQkMHzCqWpjRLsyjVFVidIUxTOpQJuD7dkDO1H9MX2J/qm1LssJHjqfznF79RL9XzxdyKaadL2mZkRnklocgahcmL8ptgvQCEX5qvLyM4VlNgGo3EKJF3Emm9PSSqz0OkGR1k7WvbrfHtBabuEZQCwMQImD0Fut97c5ESJ2aZW0KfZECYnTy5f7vifhvBCtZWJnQZNzA3mfMgkXv4vXHBxNn7UXfr5T6LKun7E1Xp5zKnA1nbGYO188uo+x8ceY7HE4lT5moMUMoSp6qSPuxfpdo82ns5rMjyFepHw1RgStbG3ejE9TtEqeojt2T7d51s5lqdTM1Hp1KqU2B0mdR0i8TuRzx2lKRd2Us3hjkp3LDmp6Y+cOzdYDO5Q9Mzlz/wDMmPpbJ/8AuKo8l6/WfpjGYgrz1P8AE5mrIDqAOv8AmQ5jKhBvJPIqn4KMeZbLlyQdAIv7B/BxijU4kDAIPhsTMzEnn+eDORyxHibmIA38/jthS52bIQp4EDapHSV8xkgglikfwv0J+ueQPwxXFVEYQUnUQDLASsE3uIHMzAIIwTzbgaZQsCxBhZjwteBPTTe3ixVWqZvSXUGIEC+5htUQJhTvz5mAbO0bzi9i+UrLmRTQgFdNMCYYmBBYXFMyAATbaMZmFWpZwJU2hyGm+x7sG8G+xg+eCrUUJkhSep0zaPLyHwGMbLKZ8Kkm+w3tfbewv5DphVL5RlnziLQ+UvLaQBRzCiNgKP8AmxOnyi5TVq7vMLKqu1PZZj6Z6nHEqHEKqgDVta4HK3ScTjjtQbhT7j+eN46VOh+XX7M7UO0mSzRKd1XqFhdQgMjbxAWIvF+uCmSaihJp5ashb2iKaAmNpO5/1xzT5KuLGrxAU9IE0qlwemk7Y61wtdSMejt19wthZI3AVJMrDG4TnnnrNdasP2VWdQafm5kCOsRc/HG1WiHiVrAjYqVBHvUgxt8MTZnPpTG0+U/nzxPlK4qIHX2WuJBuOu/WcM9oiunSCVo0ZU93UZi5pgsFY6hqJEtJ+ib7Wxf03BNOoYnnT5iOs7HHlfL6agZKQYwxnaGgdTAJEiQJ25ScY+YqxamJjmRAtMefqOo3vG8eAmEk9TNFy8IE7uoVA0wTS2iIN72wMzHCctRXvGy7BUg/0RAvAhdUCJ5DBb9IqEiEAF7sQOl4EwIkbzPlcjO0mZf9DralgaCSehDrFvMSfKw3mBr0ENCbAsys/a/L9Kv/AMX540q9scsrMdNQE6ZHg5CBzJ2xz7v5+lGK2ezEsTq3/LAgmqInQODCD1M6JV7Z0GBBR2B3B0X+Ixd4ZnV7oVETSrGPE8tOrTfwHnHM745L+sCNiMdG7J1tfDUY7is0+5ww+yDgHBUFqEm1hx4sRbHdxkqZMuAGRTD6/ab2o0z7I5HEg4Yeij3N/mGLOZfRcST0i3qZ2GIKPFgz6QF5TBBidsOGUrxciKqTI8xw+oqyoUkRbS20iY+c3iY84x7lsmzai/hE+EBVB0wLkMWvq1e6MEz/AL9nApqdPwHvH8ZLASIJIeTEb+Ob2GhY2ue8+c3aPKWP1eB9M+8U/wAExq/DJ/pKnucD7lxFl8gndCmrtCgCSxBBsRKxAOxiPvxKeGLMyZLapB8y0WGxJJPqRtgST5whx0nO/lCpPRzCIlatoamGhqrm+pgYv0Awqs5IgkkdCSR8MdC7acEpmpTLF2hD9KN3Zj7Mczhf/VGXH9Grfxy3+InEr6dnN7uJ28Gux48aqV590We7XoPhjMNa0KQEClSAHSmv5YzCvyH/AC+Ub/5Uf0/P/E5JW4tk2HhylVP4c1P+KicRfp+U/qczP/3VL/8AlxY4fTDOoZEIn6o+218Mxo5bnQpfygYvDek5jYqNBpR7CZCjms5TWlTzAemVrXr0isI6mT8ypNyLC+O7cN7RZSrm6qU8wrVAANGlxsSSVYgK4BMErMc8cx+TtqI4gvdU1QmnUWRaRGuI9VGLnZbIA8VpAk/+n7xgVMgssUtPkIdj/ZjCyysV48YjJhuyx6ciU83xTMnMZijTkkvU0AC8HVB9Nr47UAI/8YWanHMpQpHvDUUIDrISpEqJYWBB928GNsQn5VMhBIaqYBNqR5CbTzwQCVaeMjwad8ZYkkxmzlAusK2k9QQOo5XMTMSJgXjEdLJMC0VWAIAAkHYu03Xfxx6It8Cc321VDbLZmoJA1IKMXAI3qCRfcfVPTA2n8q1AsynL10KhT4zTHtTaA5hhBkGCDjR06j4yns28ob4xwWvWUCnmGpQ5PhLgx4jEgyfEQTyhdIA3wfRb/wDn8cJLfKlR5Un97x+eIm+VVeVD41D/AJce3LPdm/lON57gKCtVX9NyqkO4gjNAg6jIP/p4t5E48Xs4p/8Ar8l72zA++hi7n+z3e1alQZgL3lR3ju5jUxaJ13iYnAipwlhPz6iDElY/HC91zqpRHj8o6fJlwTuuKZdxm8rU/agpTeoWYGk9gGpKLEA7jbHYeC7P/H5/VXpjjXyWcJUV3zTVTUbKmn3aoyhSagqUz3kqT0iCNzvjq3DuOqXZFRQbsfa3B0kQ3oYiR4TtGM/cs5uqQtlDDw63OafKdxyvSzlenTq1FAAZVWfpU1Nud2Jx2TJ5cJSRALIiqLdAB18sLPGsjRfMrUqUgXS2oz9EkrKyAdybg74ZqDyqkiCQCdvxw9lCgVFbieJBxD6PiCQQZJsbiFjUBcwLzvAF7VKbDuyor3hgDKzcnSSTLTeLH6NsXc0ZZBp1Xn2gIjnGxPSeflJFU7D5oy0sfGwM3062A3AEi50x4dlnBBkPCa65cJl6uZ7yq5YrqaWaZaBImwBgcgMWO01ItkswAJJpPAMXMedsaUMmjVFc5chqYlG1mRIBmCQNRLVAZ8Xhk74uVqwqUqylD7DghgSCPEu5sZiY6ETvjGSxCRtrAzjxkCBSptJgMKYv1i0e+MDM1SW5JUdBpv6G1r46MuVpqIFKmAdwFX8sVKnDsud8vSPqi/liNdJlH7v7zuHX4v6P7Tlddr2GOm/JizVeG1lUaiuaYQL/ANHSP3nEeY4Nkm9rK0/7JqL9qOuGfLZhUFNQnza0qegF7AaVULLkzyF5J1CeuKWxlUO4zm6vImddiirjBnlPdVBF9DdPqnzxz7s/n2GZMGwRjbyIIU78tR/snDpwk6htYg9NtU8+UN8Mb5fgmXpzopIuqJsLxcb9DhOfCclEGpCV7wPlLWUzGtFbaR5fliitNwSFp0wNVvCRfx3J6BdImIJYgWwSUACBAA5TH4YG5dEyxd62ZEVHAXvKmkA3IUS0SST6wOmKFBA5h9TxLORJuNGhYDLAI3LWP70AEiLaufK5p9f+rFatxWgglqqKDG7ddueNavHsuoJaqsATME7emGBCfCYTUXu3jqr0dTKsq+5AmCvX1wrioh+mv8ww39o83QzApFQtSAxkpsDpIjUOcfZgG2Spf1NP+Rfyw9cDEQhmUCiIPFMfWX4jHuJKuUpyfm0/kX8sZgvyz+Ym9snkZyBM0Nx/v3f64mqZ+B1m2nr6dMVqdKLmwGPKS6jq+HpiFbPWXN6SbLZuqrB1qPTYbGmzKwtHtKQdiRhr7JduWytSq2YatWDomnU7vDBjMqzXBDCfTrhWp0pOPVqySCPCDE/fhlCosidCr/KNlqiVldWIZXSnppsvhKwNUbMSSOfLbHPHqsaZHMqR74xlcbIOdyfL/XG608YqBekLdZudHzXyp5cgRTZAW0tqpknSYJ0tfxA7SBz2scLHaftCmZzK1aCstM00UlwQZVqhsDy8WAgyUwYGNu65dDgQiqbAmGjxCSVDi/QqjAdK0DqdhizSzI529fzx4iDLZz5BIKgweVvSx8sCeIUAxmLGSBG0mfjf7MV8xx5NR8LWkcrwYnfEZ7RJ9ViP7P54AgR6bl5qM3yf8Rp5f9JDOlMuKLIXJALU3LabAnY9MOLdq6Id6hqKStNhTXxtqJQgAwsKJIuWOOS5fiKVXiCoF7xfBU51PrDGbeOYGTvMTHyr8qdcmRRoCNpDH/uGK1X5WM4GA05cT/y3/wD2YTP01PrD44rZ3NpYTdiFEEbnzJAA8yYxjbmFCCFQeE6hwjt9m6xqy1NQlCo4Ip7MNIBIm4vthnyXabvE1rUlYEEBD5XgbmCOUHHMuynDaqd+W0w+WqIIYGCxSC0Ewtt/MYMcHzdPL01p1GTWgM6ZI3YxNo9oXicUJjehuERkVT0jHxjtJWp0mfvGUBt4EhdYHIb6emBlHjuZWmUqV2c6iC02IKg9BaDzGK3aDP062UZAdIqqyK5Fpm+17YAZd1p0BTWpLBmbVDRckgQZMCYiTYe7BMhDWPKIKntAQOKMZBxIMLMDjRmY+Q6nCrw4ureMrFzKzJ8rgQPLBwcWQqwaIIAFj75sY6SMDi3kd+OTdXeEs1CrIzI6tpYI2lgdLSAVaNmEixwTy3GSKeVlVJYvTvq2UkW8YgwN4Pwwo8NzPd03FSohZ3RvCCFENJhYsTcneSbk3ODK1Qy5doYik1VraYYOxjSILHcfV9TsaAm4QTcCdp+KZiv3TJCtRJCqwABWpuT42O9JYJi026a8HzGbbOA13QADTpRV6qIJI2g8r2F8Q57I6G/9w7lihI+bEGXsB4vD02585xJlcsf0oDvKntCT4Zi37vWMMHAk56ztMiNr/hhC+VPiTKuXpqnhLFy1mKso8MKSoaxqcxsDygta5YX1VKpifpnCj2/zOWpVKaVXEOlQqartKsBpBWGiYc2IINrWwnUEhDKNFt7ZS3Sadq81U/Q1NNtD1Ep3AB3AaLg228/TCVXp5ysKKVqqlCQJAGqNUGLQDGG/tVTJydC7CFoyR/BF/KSPfGFruINAF3E/vfvLt03w1TxF5hTkSuOytAkrNclULx3g9lRJIBrenxG042q9icveVrHSNRh5tEz+1/3IxbzvDqBRGkGoqkks+qZEDSFICG5kDe3niw1NhTJOYYlje7mBYABFZZCgxJJsb7YWWINcTNtjcvSLtTsvlASDTYR1al+NbGY94nkFFVgteqRaDFQ8gbnU0n3nGYHtPZGdlFuqhiXNh9Ebe/rizlzqUHFTiJYKJAieR8sXOHoe7E85OJ+bnTpQnrNqpIUkWx7k6YKiPt+2cS1aUqQOYONeC5Go1MmPA2oTP9k+c9BHI4wtUzaChI6zYUlmVKtPMTePJgGHvAx7XOhdUTt9+LeW7L1AC4hmW06lUFSRMKzBmIheQux3xa4r2WYqBSqayQDpKuvTbUApueXQ74A5lrrAwqxouIFp1RUYs1gABcmAegjmb+4Hpi3Togbdb48p9maukqxCnVztsCI3iWkRJHs4mr5B6CqYTS+piS4sxMsDGwnaRtjVyXwZjKe0IUd2amhPXHj0YHXFccWP/Kjycn8MS8Xr1KIpMy02WsutdFQEgTEOCPCfLB3AIo1AtPiDy0NEMdgLCbDbGVOKVfrz6hT+GIzSpMSfnBJJgFPXGx4dRP8ASOPVQfuOBMeD3a2/KS8V4pUFRgulQIgBVPKZuDglwuvmO5Dq9USpbwJSCkjvtvDP9Go/teYxBU4KuZq/N1PEYt3bn7YjEwpVaQ7sZqmum2llCxudis/SPxxpeIOO6uS0+0OZTMtTNV2VWYQ2kEgAxJA32NsTcY7VZhUD06jJqO0Keu0g2tbA6v3gDO1ShU1W1IELSRG4UHacPvYrsBSzlJP0m6tGjSWBXwk+KCJMhvsx5SSajXVQgf3QJ2P7SZioc3rqswXJV6iyFsymnBsNxOD/AGdyLZmhRqO0vUXUTEkxK3Agcvsw4cO+RvKUO87tmHfUnovMmUeNQEtY2F8W/wDgunlKNNUJZKZVQCJ8OrV5k3w4A1UlbIpPEDV+DTRppq9nWZjqx5TgJxThGgAkgyYsPI/lhpqLCgLadUepY4B8W1ssPbSw2EbiRfU0nfkN8GRxMDiwILfI2B5emIxw4kWDH3YY8pSAQW/3ONnOMCxlxM4lkWpU2dxCi5JwSyufYLw+lpPzxr6jewpm0+sWxJ2rVmoFVAJJmCCQQqtUYQLklUIA6kYqZaGfhTk3FLNsAQSbzNwAJHOwnkBgh3WqLYXFn/jjOm4RhtbTU85uD1j4H3Wsh2wzRqDvJ0cwNYJ9CTbArsr2SfOuEosmkDxOVrhVMWE2EmRaZiTsMaZzhFbLVu6rmmjqQSDUqC28iTBBGx2wJzeYgDCCauPtTtxlFJBo5r+9H+bADtTn8vnChprXQKrAh2RpkqRvqiI3EG+A2YdWYkOhkk+2nX1xZo5dtEgAiC1mT2Q2gt7Wwa3rhb5NwqdfDptOpBvn2xj4j2610lWiro6hRLRFhH0XnfA5e0+aI9tQesP93eYFZbJVGmEJ25rzYKOf1mUe/EvdMN1a3kcJbO4HEedJpWNn+8ZanaCoQIkb7s5Hlswm3XfAmobmS1/3j+f+4xoM0o3n4HDD2XFCvTrJVRYp6X1xD6Tq1DVEgDSNupwhdRnLUDXumZdLpETdV+//ADFp8sCZk/E/njMEsvxE1FDJlqTKZgiix2MRIMGCI92Mxn5zU+f/AF/xM/J6X+n/ALGc+prME1GI9L+lzbli8nEEAgBoHp+eJKNNGIUBnYmFC3JJgAAAXJMev3Ng+TPNBkBRAagkBqo8J8PhchD4pP0ZFjcc7yFXqanJOQxXyWcFRwqq5nchZj1g/wCzizXoVct85QhkcHVrSQp2i9jckC1rg4J5ekuWrGlmaLAqb6akOpi15h1gyAbXkeZbjWZydMAU0dmqqHPeNKQ030i5uDGwO9xjzJdCauUjpE/gmeZGZKoBSqpWwAKturSIMTKm4s7G8QSXaLNMBSC01pB6VOoe6JHjI8WraX5GIF+eI04etY92hTUwi0yBtNhsBFzYYJ9o2JQuTZZ1GBYt7wdMiJAjfphTKq5FEcBkfGzC+Ir5nNVjSFMsxRTqE7zF/FEm0c+WLtDM16mXWaZcUtYZxBXR4SAxBgFTrmeTDpgz2XpZavXCkoQkOFPg7zSV+b1sYEgkkcwpjqOj0M/l6S6zTVe7WV0uXjyAXwgRYIOZ2AwnUZ8eFp5NzJtIM4ghSoyp82hdlXUCBEsBP+zhw7S8BqDKU6ialKPp0qDpFMqIZTBVmaoJIBtLWE4DcL4PTDCKbUST+0radCDmNIbUAfZH8Q6SelcTGrh1NKZVmPdgDXp2uZMMR8OYxcqgjmSZGZXAUmc77N9kM7mQT3yIqmCXnUdiCEVdrxcjb34l7R9lM1k0VnqLVFRtKmmTIsWllIBFhuJ+3B3IdlMyU1LmKK1CzEqtU2kQPFAOkC+nmVEmBi3xLsXm6i6u8y4ZW1DXWInci4TSTBNjG5MiYxJsydrdjZ7P5ju2ev1G/bFbszkqjKRcv9MFWlVutgQAZBJkGASAbxiPtzk7UdWnv7yoJLaDJBYchMRJkySLA4PZCuaGZXv62Wp6CdWitrgEEFfA4IkEibkTtzAHiXBaFavUqtnKZNRixJubmYjVMDYT02G2GMqg2DH4xkfusD/eWuCdk6Pd0hXU+On3jMXYEMQSoUTBgECwIPPBz5Nu0opIMvUaaqVWA3vpYtI5R7QjCxlyKThVqs6qNKuovyuo1yNImIv9kX8tl8hSqI/6TV1021AdywkwRfcmxI9+CDqD1ED8vlPAUkD0M+gadCZ1NrU3AIFhv7/9MVM/lndKqtp0lfDEz1vjnVPtbmIEGRAIio62IkdeWIj8oLEECqgbaCarmdoiUn3YYzqvUyZNM7nui6htidKerT7mvgVxSoCh33U38oX8RgLxPjFCoRP6QGUsZQ0wCWMkFTNgZtv1JxQObTkuZb17s/8AbjxyYz4xx0uTyjZSqeAYierfC0OKRYJXHQsFgettseNxFGMVEzSEWJUUoPKRK7YMOnnMOHIPCTdrs+9Okj0zDrUUg38wdiDsTzx7l82ujh5ZTq/RKzSPZUkNqXfc2geWNP0XIusGtmlncFaZ+5DiVshkSEX9Iqju1j9iTPMMYgSMCXxk2TCGnzeCmFvk24jl2pdzRDUmTxsradTSVGu06hqKreSo0g2gmr8pObymZenRZia1AsCwBIGqJpzpvBA/hgiZnFHhHDcpQzCVv0tnCBvCcuwBlSpDy51AyD5FRiLKdl0nvKecp1NN4q0iWJifEdZGomTtz54SWWquZ2ORHLsCPcfpA1XsfSuNRkKrkaT7LAGbRbxL8cE04ZUZSoTLsAgEGkF8IYMFGlltrOrSB7V4m+Hmpxqr82aRyXeiF1zoDJ3bAjUULJBBgARZeRwu0ezmdJUo2VNMowKjMMCwYWJ+aswsYvecAig3zCOXIwBofAfSBE4IaLpVFGgrC0Ia6RtKsoqQUPSIN8EeIZ+sSCaVOSqsSrMplgGuYJMTub4IZzsrnn7nVRod1RjVGY1FhILW0CbA2mbm4nE3aPssWqq3dhUpftHQiVpmYAE3uIG8SfQkVNE3A7WiLVfh9ICzfEKk+EP6itF/TTgRnu1VSiwBNUWkzV1R0MaR5nnythjz/ZzMWXKq1TWAYDgERDagWYcjBH38kziuTrJVcVaTKwNw4g7eZgxtIJFsLRhkG++Iav3aCi/Pm/hdR+HaivSCpTpllVVGpnkk6RqMqCD4pgjcRj3Cbw+vmxTHd0GKXIPdAzJJJk3N5xmGHd5wP9MdQP8AtGXs7lcrkq/euyVSqMEFOnUkMYEhjTCjwlhv9I4sVO1VV6/fMvgX2aa+1uDOowvL/wAbYx8uqKSXpKQNppg/aB9+E7tDnjUcKHimpgkFo9+kNuRAMG99sR5EbIbevv3yz8vhY3yff/iM3aLiOWzdTv69KrTIpqpAIKmGY3KvquXiy7AX6UOJdochVYPUo12IUKSrbwABZzAA8hJ54DUOK5JIFSgyW3MuPjM/FRg7l6OXIDJTpEciEX8pnFeNHqrEB2wJ+1vjKY7T5SmIoZeqpP8AzVBNucAg/DG78bqrEZdqpa8sXYC+5CIs3v7sHKWkUwwESzCwEWCnl/FjK9QBtIJ2U36lVMfaBg2xgG2PymLq/wBqKa9sX24jnnFsrRA80P8A31PwxYyvAuJ11LKaS6LhCEk/wDSwJHrPTF1eICRIkTthuy/EaWXpd+xZFQSwKEnluBJEWv54HLjPVRcT+b5qgJy9jnW70tWcmlTepBZ1UqohiqkLLKWWJG4nlejTqKxlqtWmDfSWZyoPKbBj1ML6YbuL9qAa6VqqqtGquZRRV2dHNBm2K3BEG5iRJJmEvjAUVHZL02dyrKPDGowFbYiOc7dcPP8A64vrf1mYc5bUk+n0l2qcgW8dSuDb6NMg25NqbnJgnF2jwbLkAplc5VDXDKgg+hRSCPTCkHVrHbnHLzHniSjr8dFvFo1QCJ2u2mbi0taOeIzU6q5n6Ru/QFE6eHVoXnVrmmB7nUYr5HtPltmytFd4YxU9CZg/YcCOGcIpOqtpFRm1TTXUChBgaoMkMDIIsL9DEvFOF0hS1fsaiAAK0zUvBGncECTq2tHMHB1Qv6SdspZ9pJ+J+s8z/bfu6jIMrQ8PPuqPSdjSODuT7R1qtAFVQagsqtKlckhdKqKQn6XOdutlnI1vBLKW0kLvFiDHI9D9mCQobOlmkRPXcaT16beuFNyppfnNVWGQb391Qp+t6gMExFoIFotG2Gjspx1mVg5mDvz2FvSxthdrIuaWnV8S1CGFVtDFfBA1ki+ppgKoLEqQBtgx/wAB5qkCabq+8gEqxgwIGxkGbkYzT9pYYg1A1L4mQpwGjU3FemKWa4i0b4GUOy/EImwP1WqKT18x9uCfCcvS1FK2pngQD4R0IkW1XFiZubC2KsubYhYg8Tl9mAau4r8b4xoGpiT0E7nC4O1WZZwBUdBySmqn4SQSff7uWHntZ2TWvTLUgaTUlaoFYHxqQCdU+JWGkwCTEmw1ThH4UzU9RC0qgMfSAK8gZI89pG2Ik1S5gSpnVwYlr1l1e0BDEPVq6l3FRAR8Axxfo51nUMKCMrGAy5WvBPQFEAJ32PLFCorll+YWKbatLEMDYSrAR4ZExOHnh3a2gKYlalAr9BablQNoUosFRyFjHIYzd5H5/WU5d6cqt+76ROPEaXMUARIN66kEbiGcQfdiShxikr6bUwDLsGJER7IkyJErIIN4m8H3tBxJMxUeqtJUiCG0Q7kwoZ+uxIBvbe8AVwzLb7333+q2xAmedrkxFtWMFeMHVbjhoiifCz9ajAvEKjL4QCGLP41YkM4vAARhAIA1XsJ6D0UgBs/92D+IxazfZGlXyhqEgNRFVmOkSzA+HURN9FjH1EgYV6PBUmwCt5WOJDlxuT6GugMb+HpWPag5HXkiHFZQZge+iPwq484/xKpWUBAtR2JldJWVVGqN7VQggKjEibiReYwFqZRlMd46n+NhH22xlB6tKrTcl6oHeDS7sRD0qlMmbxAc7Yq0xRXHSvZX8zdbidsZNG+g5vrx5Rl7H58V0CyQ1Q+Fms4IsVcgAaWOrTBsYO7Niy4qS1/Yu01WkDaSOQm07YUuE5bu6qEtoAN26C5PP3+sYP5DgL9+cwz1K9fM09K+yNIcKCWKjSro2kHYe02m2DOlx5MzOv6D0HP8TknNk0dJ40L+yITVM1yTMRyipUj3X2xmGHhXe06KpmXNSsshmCm9zp9kQTp0gkbkE4zFH5LD6/E/WD/5PL9gfSUeN5XheTolzlaNRghdUIUkgc5ebfkcQ8JztKsHpPQoJTdVWEp6UqSTIuPEBIG1iORMYJVxScg1KI1KCoJW4B3Ct09I88Cf1Pw9F0hxT0hdI75iy6TIiXJA8uYAEEADCxqF8vlPbGYUSZz3tf2H/RK0ICaNS6E7iN0J6iRB5gjcg4G9n9dOq1KRJUsoJgGBy/eIEe70x1HifF8o1IUiRVKEFS1PUJmNmUL7LMLiPXCdx+qO8y1RBBSrpstNQFYXtTpr0G8xfqcLbMEfjxnRx4WyYqZeehhvhaMMs/eFVOpyBPKKQ+Mzirnab/pGrVTCakJJa8AQdINpiY5SBgG+aqRcuY3knliqax8h64ofKjdZLj0eRWsTouU4rw+ihprpYuwOpgWOrVIcvp8I2tYLewxZz3FUp021xoKmxN2mbDzI5efLHMwo5vPoPxjHjU0WPBO+5+PXDE1gRSoEVk/CDkYMWqWuNcXGYWitW4oSKfsyAQFIOlRIhR8MUKWY0KFpghQIET95xuM27FkoKodSouOs7GfvGPM3wKsEZu+1MntIFI9YYWJ3tAmMJ7QgAHgRxGnxtR6mUOIUHqC8C+5PriKgD+loTuQJ9yaSffE+/EAb4+e+CWYpgZ+kJF1S/rqGMe1HuMuCqAGHmJey/BCQD3G+2rnzgajv5YgNAA+wFI5BQL9MP1Dg2YA0u1KimxfUDqjmoBmZg3wO4nwTKyT+n09ZudUG/koIP34nC5D14g4NVuY7h8jE3MCKRt9NPt1fkME+G5fWunripxgKEYI4cB6fiAIB9obHBPgJ2PTFGD9Jvzk2ta8o9kZOE54ZWlqKqrayCdOqZ1EMdIDahJuOvpi5lu3ot3gBAM6UUxH9s/COkYE8Wq6stMbVB9xwvUyGMC/+yfuvgMuofG21YzT6DFnXtHJu46ZntvqBCiqAeYKyOvM4B8c7RGqVCqUVZBGr2pINwANtPU7/ABGJkahNkafIHEzcHrPsvxYfnOFfmMzcfxKRoNJjN/zKvaHitQLTmpUCPSll7xtJksplZ0m3lgx2ORRQRi1NPnWap3p0kgBNGiR4hGva0scUs6rUjShtLrTAlT+82x6YtUO0eYUXqah0YA4ZYAoyZ9Ozc46jg+To165q95RdYBA1DWGAXSIsfbUG++2LHEAmoAhRP7ik++QcLHCu1tXvaaBaXzlREkIBGpgs23iZ3w2k0Kw1Coj8tQWuinlZxKn3HC82FsuPaj0bkbF8LDf8oudqckummJSmrMRqaQtgN9IPWNsCaHBqc+DOZZ25p3iqfiTO0jYWY4vfKNU00KEaAkvpKPqBiA14GxGAFDhARQaqhnYExM6RA5KYJCnVJt8MMVNgo/fEerl0F/fMcaL16OXK6EqKWYtoIYkERAABhd+sCBcDAnjXaFXBB8BkSdImT9GCSfaJMm488LnA+AU3zlEMyqC4IIgsSo1qscpYAGTzOOlVqdAVCGSizsT4HSmXi0FSw8V9IgbT5YALiwv6nmS5e41iIGVqIrItd9IqH6IHhLgBUuSSsgbDdjY74OZvgwohfAxJLxALHSIMkLMC+GipwymVYrTGqzDSqjmN2I9q8T78R5el3tOlFQ0xT1KAw8LJAgMZDTYXkeyd5nCNTkVmpZRg/EMmMAeA8IvcN4tk6dAuZNRtQMCDEkaVkiDCzyuReIODtLi7UW0NTDafDYwRHOIIYzPTc4oZXsM9XU4zFIKHYlRSa3UTriIO8c9uWLubzqM5DRL8zESbaZ8uu3ni7BkGNQGoX09ZPrAuR96sWvr6ek3PbCitiKgjoo/zY8xvmOC0mYkgCYsPTHuLbnP2wXwz5P61emlVqtNQ6hhZmaCJEzAn3nFjO9iKGXQtWzFQ6RqIpqoIH1jJIC+Z6HfBXgnFmXJ5eZPzSAn3Dyx6k16gJVQA4YAgEFlIK1Kn1yumVnY3sQCFogKg+ktzavKHKg9DKXFuxOVpUC6ioW0uQXYyIpu4JACiZUWIxz7jwVaaFX8Qqp0sDIJj347H2iXVQYdQ4+NNx+OOGccMUZ6Mh/6hjn6pR2qTrfh2R3xPZ6SzmwRW069atTZuUTrUHbyJ+OPBRXGVl+cB/dYfap/DGd+B8cSHwnWIon2yqo+/G2aEAYiLm+InnDBAMJ9juGGvmqikqoZC8kxAXSLn+19mGROD5GhDvm6ldSTApAMpI5awNJ97DC/2L4VSzOdSlXQPTKsSp25D43+OCvavs9WyRVFc1MusMkxq30+IASTylbGdhiwWVBM5DYMLagIx9fjcq8Y7X5TS1OjkJJBGuuQSOhCjUPeGGFfOiM9R8xT/AMTDDDX7G5quvfpSCIFNmOm0kyLRzwDz+XJzVF5EDuRE3u5vEbYN+evkZSdipSnjcPWMNfsLX7sMHWq4ClkNo1XAV3bSx9dMwYnAKrRdSVZSrCxVgQQehBuMdfyuSdU0MVYCIaBNrDUCYbwmJkRpGFvtTwXLvU718ylFtKrDFTOkQCbg6j67ADliJUzEkMvHnJtPrG3bXnPM2pFJ/wCKl9hb88HOAXgYF8XChHVHFQBqZ1KDBuRzwT4A0QemLcA7p9sTrWvNfpCfG88+XoSgRmZwAHEjY3jrbFzgva8Ll0SQ1ZwS4CEBWidiYZAAFsbkTabVe0HD6tagulYIcNDSJXSbi198LmSy1SnVXXpiG2I+qeW/2YXqV3L6TdPjTJQY+MdK/a1lULTpqp2BkxvI8I3368z64U+K8AbMVAzUmU89IKqb7w1h7oxmY4iimdYBHmMUsz2iqNPz9SP3bfaAD9uJMCkWTY+/WXvpsaEdmo95Mv1kNLTTcrKKAASDC8h6b4J9lOzNTPd4VqBBT0ydE+1NhBAMaTPSRhOzeYIjdtSB5J5Gd/O2D7itlQdNWoniIDozo2kfRlWEqJn1LHnikd0ktPG3WkNEff8AMaOL9mkyOmp3jHQyhiQngYwUITeD1vEYNdlc2K9KrSDaNHgphRBFKIR1XaOXMWHXAzh1fOBKlQOWrU6WpzUAfVpPhRVMeL5wrM3nrGKuX+UKqSDVy+XqkbEKVI95L/YMe1GNBW4kThpp82ocurXXHWS9sq70FysFdSCrfSCDqKGQGEe+MLtXtJVdWUrT0wxOlWVrAkkaXCzb6uDPG+O0s49M1EqUggYHRpc3I2kp0xrX4Pw9qFRaGYcVyvhNdWA81lV0AESs3iZwxcik8GXrhZFUMp49L8Zr2F4xlFYipFOoSClUxAEezLWQ+u8+WHfNZVToWo4hfFTfSZ1Tbxg6Qec85HrjhTppJFwwMEe77RvfbBTg/aHM0B81VZV+rutv3GlRPUAHD3CP+oT2fR9od6nmdZysOzSznSWEgwt7EAC0TyvjTNVkpkjVUlpEBh9K5sbC/MC2FDK/KbVECtSR/NCVPwOoE+8Yst2qyVZ9TmrSay3Wbeq6oHnbHmVSOKuSppmRv9RSR6Q7luMKMu601CQoIAPInmbcsAa1BnpnxBQYXUZPiYgKqqLliSABzJAGCmXzGUqArTqUjIiFcTHSJkYjHD3pKVhnQkOpEd5TcRDKdjEDztzxFqtM7045r74icr8kIKEu1e0CyZqIh5q4hh5MGAIPqMZgVnsitZzUqfpTO0SSVEwANgQBYdMZgRly/wDL/wCf8SPafuppV7WJl8jTkK1RVOlDURWYd4wlVu+kXkkR4DE487MfKply6rVQ03YqqhGDAloF2OiCDY2I6E8hnCuwi8QpJWepUWNSaFGoLDMOQJub364YuFfJymV8amsxEbQJja0yPhjoYSQgB8pVqUXtWrzMca+bFbLq6ggVApAO8N1+OOHcc/8AbN/Y/wAS47ZSrFqKkyPEtiZNnAuccX4yk5Vx+6PsIP4Yj1n+4nt+k6n4X/t5fvzkmaeHTzDf4SfwxXqPibOG9Lz1f4GxXZMSgTt5TzMRgdziN/LElELqUMSFJAYiJAm5E9BeOccsMWf7DZijDoaeYS22kGD9am7fYGJM2jfDRIM2cY+sGdlKqUsyalYVO7p03Ld3IaSIA3G+1zzGCHFflINNi2WyQQiD3uZZ6jrI5pPzZ5e0fwwLy/aJBUBppqWwJYaRCwwD+JgWDMPZJtp6E4g4hWuH8YeSY0gK4JJdmiUeSd5tBsZs9HZe6RPnMmqfLlBVb9IN4p2wzeb/AG9d3B+iDpT+RYU+8YKPV7ypT1DQytRKko3jUGRpMwBqFSTf2QBscU+Edja9cA06TFbeLZfXUSAf7MnywU4kyKlFDbMZeslFyKgIZNVZh4IBUy+9/dhnXmdjKwVVQV19IJq5zNVGio9dmb6JLmf4VFmH8IwZy/BEBojuyA6Ui/mxRWa8SPETYG3lg1V1HIjKq0JAFter2g28zyj0wRVCUoe0Y0k+20Qun2jJ5QST63wS4ybsSbJqtvCxDp8Jas1WlRAnWI1GwVWYyTcxA8yfPB3JcLFIhe8VyN4BHwkXxvwnhNehWNWkNck2IiQTMAmx/wBMXKmWrK2oqoV9yCpi8xbnbliVnfG4TjkxGpyHI4ZORX1kva3LD9Dp2II0Ty3H2jCElFFN1kbEfhOHniyHuVDU2fxAgSVvFiT9WMLtfKILItMeoZo97GffGL2Uk8CNwZQmOiepg6nURR4aCE9Y1X5Wi2IKuQZ2LFGGoyTYD4E4MLTYrHeR5LYfda2PG4SpHtaj1Zjb05YAox6iGudV6GDc5wl/AQJUU0WRBuJ89rjFnOdoHzK00ZWHcoYLOGlXIiLeH9mbEnf3k1lcoqhfFeAPCduUWM8sVxl6VPNKlLSVc6TK2/Oxv8euEMFY1zHYchC77HAJ+XynQuydAPlQ1RVdgWhmAJHoxv5W6Y5pkaDMo0gmFBMAmB1MYduHcQr0KZpKq6eu197EgiN7ee+I+FGjl6RAMMG6g8rCQTsOXmepxmvPcUjwkWk1Y0yO1XdV84qJg3wXhiWq13SnSBnxlfHHKG3Um217xiPiXDQ1VmowVYyFkWJ3AEyfFPLy5YqdoeHd1lhqPjLBm99onnAA/mOI8eFmYWODO52y5sfcar+IhDN5HI5jVSy1OtWcD250InSalRSfOymfPFFvk7K0/DmEapeU0NAmIl5Mc/o3xc7FcTU0e6kCoCx/iFrjqQIHoMNtV1CNAgWP3TjqriVBQnMbLkRttn38zlXEeAZikYamTB3TxDl0v8QMUtY1H12x1zK8QprUqI9MHxmSQCfLflGLVfgWVzA2X0YBh8GviFsylip4j8etKjvCcbVQTcA+uLVKUMIzIP3GZf8ACRh/znyc0xqcIFCiSyuQLeRsPcMKNfg7qSdDgcj4W5c4gfA48VYcqY9dVjyeHykY4nX/AK+r/OfxxmN6XD1YT3qL5NY9LjGYy8/mfjPXpvIfCNXY/jppJTpqWhK1dXVVkkO8rAIM3Rpi4kRjoTPIkGQbjHPOwuTl6z+y4LOpidOvUI6GxI2x0BqYXwjZbD3Wx0sdHGGE4Wr4zuPWQZpvD71PwYHHGuOpFKsOgcfCfyx2HON4G9Mcs4zkdffou5NUD4kYh1vDIfX6Tp/hR7uQen1gnMG1E9f8n+uIKhtPI8+XxwZpcH1U6MvpKAe1TOkmAtpMx0lceHglUOPnomJJLbdbSGEcpvhAE6zsWPHlF9zhq4Z2geqgoNR70d2FYkTBuNTRcLp52Mi3XBng/ZjIll7xxUcwNIBpqT/APhEx5YYOI5rLUqD0qYABUgCmAAD1tA9YvikafeLNccj2zk6nOgO0g38Jzqv2cUakDCGIYyOYAJJ030gKdQAJGgTBYYd+EdlsrRoiqU1xeXBZlPmsWMzfSDgLVzdMqJ0wYsYtGkbbCLL0sTJgDBnh3EiuXU6tKTIMX9wHrYG074TpXd35E5rYhisg8yXM9oSbU195/AD8/djmea4XUfiBqMhOqqGkoQNgdWs+ErEGB1w35gqwAXVIZWDE3lWDDwi0SLgkyJ2wVXKisqqFXVChRcadV4MLdbzfcNbYDHWIuJ3FTNW4SoAgBtj4Tp5TuZB9IXENagBp2XcQ6DmL6WMx/NHrhsy/B1gBjBESQecDry9QDiPO5GnSUtUchLAkxF+V/wAsL7XaLYEe6YRuNdYm1aj0yGvcgajf/q2PLBJc3Tpg1KhUKLqgF2JvcbepxU4l3Lk9zr085sPdAGFniWdRWKECFtcnmJ674iyaBdVkGQkgeI8TKkzHGCo6zbiHF9Q+qkwBPMixI6WF/wAsDMnmxpqNoDPGqQql1QadR5lU84glh0JXarUpOZIPIGG6CBvPLHjLTMRIItJuY8Nv+nl1OOs9gDbInDftmtDiFMJOnrqkAkbkaCdzAi89Y3wQydbLd0C7apB1QraqRloMBwKw0gT7IUkeIzGBVTh6tAFSANvCJ57kG+/TE+XyKqQWZWVQCAJlm6Py0Acpvhp2wqaEqFJKaLU1a2YahIIKiTANyCSoDAiPa8pwWynyf5hClQUZLAMGLyBIn3b8xhWzWd1Ezzn/AH64LcG+VEUzFermqp8KG1PQii0oFKjpPhm252xLmAIFwmVm7gv6x4z3ZVVUd07VH5zAB5ELYR5XPPC5Vyit7Sg+o+zDDW+ULKLSp1XqwtQ+E93UhSDuVCErYGJgkG1r4J5LK8NzanusylVwNTFKi6rndqfK/UDALR4nlBxrRHER8xkda6Q3d+zcbAAzB2tG/lhU4/mC1VwrmHcp3bgKQVjSVvBELpIMFSY527EnZPTpek41SCBU6zI2HX7euKmYyOaoeJ6SlUY1JU+EHUahJ6rqvcDnfAOCDuUXKEzHgXx1nElqEEG4IM2sQRzHMGcNOQ7csU0VpcAjxCA8cwT7LT/ZPriPjCjPVz3FMa5YvUEIniLP4id5YtBJBtABGA/EeA1qI1MoKX8aHUttwxHskTswGNLfGdcd5QHE6XQ4rlsy3hdSxJhW8Le6d/dOLf6Gy+yT6Hf4/njjam3lgpke0mZo+xVaOhOoekNIA9Iwpxjf9QkzaU/sM6lVzdR6TU116kYFlAksjCAfDuoYEEeYnliqeMMq90QeViLg+SxMwRa0+/Cllu3dQkGpTUkbPTZqbD0Mn8MEqfbnVvma1Izu1Ckze50UmOUkA4UcY/YYIGTEKZLjUOztL+lqUkqc13jpO14jljMLaZ3JES2aUk3JZ4J9Qb4zAfl8/gV+clOXP9iXuxefVDU8Dur6RKKWCm/tRtYzg+eLFq25iSTeQccl7O9q6+VqB6T6TsVPsuOjLz+8cjfHSOG9vaGaqIO5FF4ltjLW2IEkC/rIthLac5dgVyu2WavCyO2XbYPyh7N1QZTdiGgC9xuJFpHScJVPKA16+uyozOwkToLtFpnxEACYn7cOtbOUmWNYBIKyWAInc7gjy/DfCnneAUtQ7h6ZeFQMWP7NQdKMy2YggAGJi0ROL9Tg7RRzyJzdPqWxEgdDxBLs1ZyzrAFlEiPcABBt0FziJ6dLSafePKy4CtOm3iBJDAAi8dV5SZ9z2XrIKikEHbwkGANzYnfxX6RijksnobSfDMgqRBiL2N9pxDQAoT6lNmzuHgSPieYqJp7oFy4MLpZn8J8WgIsWBUyep3xfXi2YIXVl4MHUPCYIZhHiqD6IU9L/AA2XKd6VG0GUePZMe0hNg4IDSZ22mMa0+z4/rGYR/V0B5T4aQxdgI20JwfxBcnamzx4SbJZjvNWukENtJCoJ3uSHcnlsRuYHM3WfulLKGmyhVN2ZiFVBsJLEC9r3xOhYrTV2kUwFE+gF/gMC+PccWhVoICurUanifQPACQS2loG523AxTix97mQO+xZY4TU+er7qy1HRylQDSwVaZFMhRazbTcmCLjDN3Pg1LZtNmWxIuyg78zttcxZiCs5fiq5kiuoCh0QxYGSuoz1M21c4w0Uc0hpJ4l9kA3HKR18sOcLfd6RFkqCesmpcWqaQG0lriACRz52O0e/FytVdqLMobUukrEzJYC2m/T4YDCsuqxmfO2GTgnEKVOdTqABaWBJwuYIN4f2KqVTqrsVBM6R7R53Ow+0+mOV9uaYp8QzNOmAFR1ABJ27tDY9ZOOudou24pITTWo/ICkjOxPuEKPMn8scY4rQzOZrPXOWrqahBK925iFCxOkTtvhqUDyYxbPJ6QUXI2GrykfG/PHjOQR0MyNJnqBIsI64t/qPM/wBRW/un/LHn6lzH9RW/u3/LBmjDlY5iLzbzJFvOeePaWbvIOof6jp6YkPDK4/oK390/5Y0HDqxJmjWgX/ZVPs8OMM0dZHmMzpWfh+f+/wAMCstS1uoJVdTASxhRJ3Y8gNzi5mshXZr0aoA603H3jGv6vqDdHHqp/LHPzPZqdjSYhVk9Y+9puzNMcNpacxRXuAxCxp742DEQx8ZgC8zAgrJlT7LdpnyNU1FQNI0mbGJBOkjbYfDAggDpOPJGJ93iJWmmAQo5u4/8V+WKu9PRSpLTup1EyfCwYHkN1H24h4l8qWczuXbL1RTUEqS1MFSwH0WBJETBtG0c8I0YkoPDThmNzuqYmkxYyGrpOs8IyfzGVNBCUqUkLFVJDVYK1AxH0w4i+wgbCMTdn6DCvV1Iy2p+0pG7tIEjqPu8sKXZDtIKYNF6tSnTqGzI7KATYh4Ox+ty5226FksmtEjxOWdqYGty1g0+GTtBnA49OVzb7kupd1U4yOD4xW4n2ZoVHY6dDEm6W5/V2+zALP8AYuqgBU6lOxKsLbbgEb+mH05O5PU4MrU8NPSCfm1UeRi4JHnM3wGqydmAQJMubIvFzitTI1KZIZCIHqPWRIHvxiHHWuIsj5rSsHQgQkeVzPvge44r1+z9B/apIT1i/wARfC8SnKu6Px66x3hOX4zHRD2Hy31WH9tvzxmC7B4785j9ZyQ4bezuXVsq7lQXU2YgEjwjY7jHuMwDdJdk6H2S7lGLETeHi97dMMxEUXIsfD/ixmMx058iOsAZWs2phJi1ptuOWC2WYhtIstrctumMxmJiO8ZUSdvuhfLZZCZKqSbGQLi9j1wSy/DqX9Wn8o/LGYzFSdJOxNy7SyFL+rT+Ufli3TyqDZVHuGMxmNgSwmXX6q/AYlSgv1R8BjMZj3jMElGXX6o+AxutBfqj4DGYzHp6eiivQfDG3cr0Hwx5jMe8Z6Z3Q6D4Y87peg+GMxmNM9PGor9UfAY1NBfqj4DGYzGGZIzl1+qPgMRPQX6o+AxmMxk9Imy6fVX4DFSpk6Z+gv8AKMZjMFNuUq3DKJ/oqf8AIv5YF5rgOWIvl6J//Gn5YzGYyGhMB57geXUWoUR6U0H4YzhJ8VJfoq7BV5AaDYDYDGYzAypWJXk/dQ/S2GKvEKhAsSLcj54zGYm1H6ILfplyhRVVGkAW5CMTYzGYevSe8JgxmMxmCmT/2Q==">
            <a:extLst>
              <a:ext uri="{FF2B5EF4-FFF2-40B4-BE49-F238E27FC236}">
                <a16:creationId xmlns:a16="http://schemas.microsoft.com/office/drawing/2014/main" id="{909E6767-7878-0F48-6A7A-5CDD900D72E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3500" y="-1571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ja-JP" altLang="en-US" sz="1800">
              <a:latin typeface="Arial" panose="020B0604020202020204" pitchFamily="34" charset="0"/>
            </a:endParaRPr>
          </a:p>
        </p:txBody>
      </p:sp>
      <p:sp>
        <p:nvSpPr>
          <p:cNvPr id="14359" name="Rounded Rectangle 14358"/>
          <p:cNvSpPr/>
          <p:nvPr/>
        </p:nvSpPr>
        <p:spPr>
          <a:xfrm>
            <a:off x="274320" y="2396036"/>
            <a:ext cx="6309360" cy="380000"/>
          </a:xfrm>
          <a:prstGeom prst="roundRect">
            <a:avLst>
              <a:gd name="adj" fmla="val 18000"/>
            </a:avLst>
          </a:prstGeom>
          <a:solidFill>
            <a:srgbClr val="14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60" name="Oval 14359"/>
          <p:cNvSpPr/>
          <p:nvPr/>
        </p:nvSpPr>
        <p:spPr>
          <a:xfrm>
            <a:off x="448520" y="2586733"/>
            <a:ext cx="171600" cy="171600"/>
          </a:xfrm>
          <a:prstGeom prst="ellipse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61" name="TextBox 14360"/>
          <p:cNvSpPr txBox="1"/>
          <p:nvPr/>
        </p:nvSpPr>
        <p:spPr>
          <a:xfrm>
            <a:off x="448520" y="2586733"/>
            <a:ext cx="171600" cy="17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14143D"/>
                </a:solidFill>
                <a:latin typeface="Calibri"/>
                <a:ea typeface="Yu Gothic"/>
              </a:rPr>
              <a:t>H</a:t>
            </a:r>
          </a:p>
        </p:txBody>
      </p:sp>
      <p:sp>
        <p:nvSpPr>
          <p:cNvPr id="14362" name="TextBox 14361"/>
          <p:cNvSpPr txBox="1"/>
          <p:nvPr/>
        </p:nvSpPr>
        <p:spPr>
          <a:xfrm>
            <a:off x="714320" y="2482533"/>
            <a:ext cx="5609360" cy="3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 dirty="0" err="1">
                <a:solidFill>
                  <a:srgbClr val="FFFFFF"/>
                </a:solidFill>
                <a:latin typeface="Calibri"/>
                <a:ea typeface="Yu Gothic"/>
              </a:rPr>
              <a:t>会場内だけで使える模擬暗号資産マーケット</a:t>
            </a:r>
            <a:r>
              <a:rPr sz="1100" b="0" i="0" dirty="0">
                <a:solidFill>
                  <a:srgbClr val="F2A900"/>
                </a:solidFill>
                <a:latin typeface="Calibri"/>
                <a:ea typeface="Yu Gothic"/>
              </a:rPr>
              <a:t>　｜　5名で制作（IH12A233 / IH12A-04）</a:t>
            </a:r>
          </a:p>
        </p:txBody>
      </p:sp>
      <p:sp>
        <p:nvSpPr>
          <p:cNvPr id="14363" name="Rounded Rectangle 14362"/>
          <p:cNvSpPr/>
          <p:nvPr/>
        </p:nvSpPr>
        <p:spPr>
          <a:xfrm>
            <a:off x="274320" y="3012533"/>
            <a:ext cx="2011680" cy="1341120"/>
          </a:xfrm>
          <a:prstGeom prst="roundRect">
            <a:avLst>
              <a:gd name="adj" fmla="val 8000"/>
            </a:avLst>
          </a:prstGeom>
          <a:solidFill>
            <a:srgbClr val="FD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64" name="Rounded Rectangle 14363"/>
          <p:cNvSpPr/>
          <p:nvPr/>
        </p:nvSpPr>
        <p:spPr>
          <a:xfrm>
            <a:off x="274320" y="3012533"/>
            <a:ext cx="2011680" cy="68580"/>
          </a:xfrm>
          <a:prstGeom prst="roundRect">
            <a:avLst>
              <a:gd name="adj" fmla="val 90000"/>
            </a:avLst>
          </a:prstGeom>
          <a:solidFill>
            <a:srgbClr val="E84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65" name="Oval 14364"/>
          <p:cNvSpPr/>
          <p:nvPr/>
        </p:nvSpPr>
        <p:spPr>
          <a:xfrm>
            <a:off x="374320" y="3112533"/>
            <a:ext cx="300000" cy="300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66" name="Isosceles Triangle 14365"/>
          <p:cNvSpPr/>
          <p:nvPr/>
        </p:nvSpPr>
        <p:spPr>
          <a:xfrm rot="5400000">
            <a:off x="476440" y="3199533"/>
            <a:ext cx="126000" cy="126000"/>
          </a:xfrm>
          <a:prstGeom prst="triangle">
            <a:avLst/>
          </a:prstGeom>
          <a:solidFill>
            <a:srgbClr val="E84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67" name="TextBox 14366"/>
          <p:cNvSpPr txBox="1"/>
          <p:nvPr/>
        </p:nvSpPr>
        <p:spPr>
          <a:xfrm>
            <a:off x="734320" y="3112533"/>
            <a:ext cx="149168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E84A5F"/>
                </a:solidFill>
                <a:latin typeface="Calibri"/>
                <a:ea typeface="Yu Gothic"/>
              </a:rPr>
              <a:t>GAME</a:t>
            </a:r>
          </a:p>
        </p:txBody>
      </p:sp>
      <p:sp>
        <p:nvSpPr>
          <p:cNvPr id="14368" name="TextBox 14367"/>
          <p:cNvSpPr txBox="1"/>
          <p:nvPr/>
        </p:nvSpPr>
        <p:spPr>
          <a:xfrm>
            <a:off x="374320" y="3472533"/>
            <a:ext cx="181168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22222B"/>
                </a:solidFill>
                <a:latin typeface="Calibri"/>
                <a:ea typeface="Yu Gothic"/>
              </a:rPr>
              <a:t>ゲーム作品Token</a:t>
            </a:r>
          </a:p>
        </p:txBody>
      </p:sp>
      <p:sp>
        <p:nvSpPr>
          <p:cNvPr id="14369" name="TextBox 14368"/>
          <p:cNvSpPr txBox="1"/>
          <p:nvPr/>
        </p:nvSpPr>
        <p:spPr>
          <a:xfrm>
            <a:off x="374320" y="3682533"/>
            <a:ext cx="181168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55562"/>
                </a:solidFill>
                <a:latin typeface="Calibri"/>
                <a:ea typeface="Yu Gothic"/>
              </a:rPr>
              <a:t>流動性 5,000</a:t>
            </a:r>
          </a:p>
          <a:p>
            <a:pPr algn="l"/>
            <a:r>
              <a:rPr sz="1000" b="0" i="0">
                <a:solidFill>
                  <a:srgbClr val="555562"/>
                </a:solidFill>
                <a:latin typeface="Calibri"/>
                <a:ea typeface="Yu Gothic"/>
              </a:rPr>
              <a:t>変動係数 1.4</a:t>
            </a:r>
          </a:p>
        </p:txBody>
      </p:sp>
      <p:sp>
        <p:nvSpPr>
          <p:cNvPr id="14370" name="TextBox 14369"/>
          <p:cNvSpPr txBox="1"/>
          <p:nvPr/>
        </p:nvSpPr>
        <p:spPr>
          <a:xfrm>
            <a:off x="374320" y="4022533"/>
            <a:ext cx="1811680" cy="3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1">
                <a:solidFill>
                  <a:srgbClr val="22222B"/>
                </a:solidFill>
                <a:latin typeface="Calibri"/>
                <a:ea typeface="Yu Gothic"/>
              </a:rPr>
              <a:t>値動き大・短時間で盛り上がる</a:t>
            </a:r>
          </a:p>
        </p:txBody>
      </p:sp>
      <p:sp>
        <p:nvSpPr>
          <p:cNvPr id="14371" name="Rounded Rectangle 14370"/>
          <p:cNvSpPr/>
          <p:nvPr/>
        </p:nvSpPr>
        <p:spPr>
          <a:xfrm>
            <a:off x="2423160" y="3012533"/>
            <a:ext cx="2011680" cy="1341120"/>
          </a:xfrm>
          <a:prstGeom prst="roundRect">
            <a:avLst>
              <a:gd name="adj" fmla="val 8000"/>
            </a:avLst>
          </a:prstGeom>
          <a:solidFill>
            <a:srgbClr val="EAE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72" name="Rounded Rectangle 14371"/>
          <p:cNvSpPr/>
          <p:nvPr/>
        </p:nvSpPr>
        <p:spPr>
          <a:xfrm>
            <a:off x="2423160" y="3012533"/>
            <a:ext cx="2011680" cy="68580"/>
          </a:xfrm>
          <a:prstGeom prst="roundRect">
            <a:avLst>
              <a:gd name="adj" fmla="val 90000"/>
            </a:avLst>
          </a:prstGeom>
          <a:solidFill>
            <a:srgbClr val="4B4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73" name="Oval 14372"/>
          <p:cNvSpPr/>
          <p:nvPr/>
        </p:nvSpPr>
        <p:spPr>
          <a:xfrm>
            <a:off x="2523160" y="3112533"/>
            <a:ext cx="300000" cy="300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74" name="5-Point Star 14373"/>
          <p:cNvSpPr/>
          <p:nvPr/>
        </p:nvSpPr>
        <p:spPr>
          <a:xfrm>
            <a:off x="2598160" y="3187533"/>
            <a:ext cx="150000" cy="150000"/>
          </a:xfrm>
          <a:prstGeom prst="star5">
            <a:avLst/>
          </a:prstGeom>
          <a:solidFill>
            <a:srgbClr val="4B4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75" name="TextBox 14374"/>
          <p:cNvSpPr txBox="1"/>
          <p:nvPr/>
        </p:nvSpPr>
        <p:spPr>
          <a:xfrm>
            <a:off x="2883160" y="3112533"/>
            <a:ext cx="149168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4B4BA6"/>
                </a:solidFill>
                <a:latin typeface="Calibri"/>
                <a:ea typeface="Yu Gothic"/>
              </a:rPr>
              <a:t>CG</a:t>
            </a:r>
          </a:p>
        </p:txBody>
      </p:sp>
      <p:sp>
        <p:nvSpPr>
          <p:cNvPr id="14376" name="TextBox 14375"/>
          <p:cNvSpPr txBox="1"/>
          <p:nvPr/>
        </p:nvSpPr>
        <p:spPr>
          <a:xfrm>
            <a:off x="2523160" y="3472533"/>
            <a:ext cx="181168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22222B"/>
                </a:solidFill>
                <a:latin typeface="Calibri"/>
                <a:ea typeface="Yu Gothic"/>
              </a:rPr>
              <a:t>CG・キャラToken</a:t>
            </a:r>
          </a:p>
        </p:txBody>
      </p:sp>
      <p:sp>
        <p:nvSpPr>
          <p:cNvPr id="14377" name="TextBox 14376"/>
          <p:cNvSpPr txBox="1"/>
          <p:nvPr/>
        </p:nvSpPr>
        <p:spPr>
          <a:xfrm>
            <a:off x="2523160" y="3682533"/>
            <a:ext cx="181168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55562"/>
                </a:solidFill>
                <a:latin typeface="Calibri"/>
                <a:ea typeface="Yu Gothic"/>
              </a:rPr>
              <a:t>流動性 8,000</a:t>
            </a:r>
          </a:p>
          <a:p>
            <a:pPr algn="l"/>
            <a:r>
              <a:rPr sz="1000" b="0" i="0">
                <a:solidFill>
                  <a:srgbClr val="555562"/>
                </a:solidFill>
                <a:latin typeface="Calibri"/>
                <a:ea typeface="Yu Gothic"/>
              </a:rPr>
              <a:t>変動係数 1.0</a:t>
            </a:r>
          </a:p>
        </p:txBody>
      </p:sp>
      <p:sp>
        <p:nvSpPr>
          <p:cNvPr id="14378" name="TextBox 14377"/>
          <p:cNvSpPr txBox="1"/>
          <p:nvPr/>
        </p:nvSpPr>
        <p:spPr>
          <a:xfrm>
            <a:off x="2523160" y="4022533"/>
            <a:ext cx="1811680" cy="3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1">
                <a:solidFill>
                  <a:srgbClr val="22222B"/>
                </a:solidFill>
                <a:latin typeface="Calibri"/>
                <a:ea typeface="Yu Gothic"/>
              </a:rPr>
              <a:t>ビジュアルで選ばれ安定する</a:t>
            </a:r>
          </a:p>
        </p:txBody>
      </p:sp>
      <p:sp>
        <p:nvSpPr>
          <p:cNvPr id="14379" name="Rounded Rectangle 14378"/>
          <p:cNvSpPr/>
          <p:nvPr/>
        </p:nvSpPr>
        <p:spPr>
          <a:xfrm>
            <a:off x="4572000" y="3012533"/>
            <a:ext cx="2011680" cy="1341120"/>
          </a:xfrm>
          <a:prstGeom prst="roundRect">
            <a:avLst>
              <a:gd name="adj" fmla="val 8000"/>
            </a:avLst>
          </a:prstGeom>
          <a:solidFill>
            <a:srgbClr val="E0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80" name="Rounded Rectangle 14379"/>
          <p:cNvSpPr/>
          <p:nvPr/>
        </p:nvSpPr>
        <p:spPr>
          <a:xfrm>
            <a:off x="4572000" y="3012533"/>
            <a:ext cx="2011680" cy="68580"/>
          </a:xfrm>
          <a:prstGeom prst="roundRect">
            <a:avLst>
              <a:gd name="adj" fmla="val 90000"/>
            </a:avLst>
          </a:prstGeom>
          <a:solidFill>
            <a:srgbClr val="029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81" name="Oval 14380"/>
          <p:cNvSpPr/>
          <p:nvPr/>
        </p:nvSpPr>
        <p:spPr>
          <a:xfrm>
            <a:off x="4672000" y="3112533"/>
            <a:ext cx="300000" cy="300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82" name="Cloud 14381"/>
          <p:cNvSpPr/>
          <p:nvPr/>
        </p:nvSpPr>
        <p:spPr>
          <a:xfrm>
            <a:off x="4735000" y="3203373"/>
            <a:ext cx="174000" cy="118320"/>
          </a:xfrm>
          <a:prstGeom prst="cloud">
            <a:avLst/>
          </a:prstGeom>
          <a:solidFill>
            <a:srgbClr val="029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83" name="TextBox 14382"/>
          <p:cNvSpPr txBox="1"/>
          <p:nvPr/>
        </p:nvSpPr>
        <p:spPr>
          <a:xfrm>
            <a:off x="5032000" y="3112533"/>
            <a:ext cx="149168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029A6B"/>
                </a:solidFill>
                <a:latin typeface="Calibri"/>
                <a:ea typeface="Yu Gothic"/>
              </a:rPr>
              <a:t>WEB</a:t>
            </a:r>
          </a:p>
        </p:txBody>
      </p:sp>
      <p:sp>
        <p:nvSpPr>
          <p:cNvPr id="14384" name="TextBox 14383"/>
          <p:cNvSpPr txBox="1"/>
          <p:nvPr/>
        </p:nvSpPr>
        <p:spPr>
          <a:xfrm>
            <a:off x="4672000" y="3472533"/>
            <a:ext cx="181168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22222B"/>
                </a:solidFill>
                <a:latin typeface="Calibri"/>
                <a:ea typeface="Yu Gothic"/>
              </a:rPr>
              <a:t>Web企画Token</a:t>
            </a:r>
          </a:p>
        </p:txBody>
      </p:sp>
      <p:sp>
        <p:nvSpPr>
          <p:cNvPr id="14385" name="TextBox 14384"/>
          <p:cNvSpPr txBox="1"/>
          <p:nvPr/>
        </p:nvSpPr>
        <p:spPr>
          <a:xfrm>
            <a:off x="4672000" y="3682533"/>
            <a:ext cx="181168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55562"/>
                </a:solidFill>
                <a:latin typeface="Calibri"/>
                <a:ea typeface="Yu Gothic"/>
              </a:rPr>
              <a:t>流動性 12,000</a:t>
            </a:r>
          </a:p>
          <a:p>
            <a:pPr algn="l"/>
            <a:r>
              <a:rPr sz="1000" b="0" i="0">
                <a:solidFill>
                  <a:srgbClr val="555562"/>
                </a:solidFill>
                <a:latin typeface="Calibri"/>
                <a:ea typeface="Yu Gothic"/>
              </a:rPr>
              <a:t>変動係数 0.7</a:t>
            </a:r>
          </a:p>
        </p:txBody>
      </p:sp>
      <p:sp>
        <p:nvSpPr>
          <p:cNvPr id="14386" name="TextBox 14385"/>
          <p:cNvSpPr txBox="1"/>
          <p:nvPr/>
        </p:nvSpPr>
        <p:spPr>
          <a:xfrm>
            <a:off x="4672000" y="4022533"/>
            <a:ext cx="1811680" cy="3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1">
                <a:solidFill>
                  <a:srgbClr val="22222B"/>
                </a:solidFill>
                <a:latin typeface="Calibri"/>
                <a:ea typeface="Yu Gothic"/>
              </a:rPr>
              <a:t>ゆっくり動き後半に伸びる</a:t>
            </a:r>
          </a:p>
        </p:txBody>
      </p:sp>
      <p:sp>
        <p:nvSpPr>
          <p:cNvPr id="14387" name="TextBox 14386"/>
          <p:cNvSpPr txBox="1"/>
          <p:nvPr/>
        </p:nvSpPr>
        <p:spPr>
          <a:xfrm>
            <a:off x="274320" y="4553653"/>
            <a:ext cx="6309360" cy="23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dirty="0">
                <a:solidFill>
                  <a:srgbClr val="14143D"/>
                </a:solidFill>
                <a:latin typeface="Calibri"/>
                <a:ea typeface="Yu Gothic"/>
              </a:rPr>
              <a:t>▸ </a:t>
            </a:r>
            <a:r>
              <a:rPr sz="1200" b="1" i="0" dirty="0" err="1">
                <a:solidFill>
                  <a:srgbClr val="14143D"/>
                </a:solidFill>
                <a:latin typeface="Calibri"/>
                <a:ea typeface="Yu Gothic"/>
              </a:rPr>
              <a:t>体験の流れ</a:t>
            </a:r>
            <a:endParaRPr sz="1200" b="1" i="0" dirty="0">
              <a:solidFill>
                <a:srgbClr val="14143D"/>
              </a:solidFill>
              <a:latin typeface="Calibri"/>
              <a:ea typeface="Yu Gothic"/>
            </a:endParaRPr>
          </a:p>
        </p:txBody>
      </p:sp>
      <p:sp>
        <p:nvSpPr>
          <p:cNvPr id="14388" name="Oval 14387"/>
          <p:cNvSpPr/>
          <p:nvPr/>
        </p:nvSpPr>
        <p:spPr>
          <a:xfrm>
            <a:off x="274320" y="4873653"/>
            <a:ext cx="1109872" cy="1109872"/>
          </a:xfrm>
          <a:prstGeom prst="ellipse">
            <a:avLst/>
          </a:prstGeom>
          <a:solidFill>
            <a:srgbClr val="F4F5FA"/>
          </a:solidFill>
          <a:ln w="15875">
            <a:solidFill>
              <a:srgbClr val="141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89" name="Oval 14388"/>
          <p:cNvSpPr/>
          <p:nvPr/>
        </p:nvSpPr>
        <p:spPr>
          <a:xfrm>
            <a:off x="565551" y="5164884"/>
            <a:ext cx="527410" cy="527410"/>
          </a:xfrm>
          <a:prstGeom prst="ellipse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90" name="TextBox 14389"/>
          <p:cNvSpPr txBox="1"/>
          <p:nvPr/>
        </p:nvSpPr>
        <p:spPr>
          <a:xfrm>
            <a:off x="565551" y="5164884"/>
            <a:ext cx="527410" cy="5274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500" b="1" i="0">
                <a:solidFill>
                  <a:srgbClr val="14143D"/>
                </a:solidFill>
                <a:latin typeface="Calibri"/>
                <a:ea typeface="Yu Gothic"/>
              </a:rPr>
              <a:t>H</a:t>
            </a:r>
          </a:p>
        </p:txBody>
      </p:sp>
      <p:sp>
        <p:nvSpPr>
          <p:cNvPr id="14391" name="TextBox 14390"/>
          <p:cNvSpPr txBox="1"/>
          <p:nvPr/>
        </p:nvSpPr>
        <p:spPr>
          <a:xfrm>
            <a:off x="234320" y="6023525"/>
            <a:ext cx="1189872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22222B"/>
                </a:solidFill>
                <a:latin typeface="Calibri"/>
                <a:ea typeface="Yu Gothic"/>
              </a:rPr>
              <a:t>1,000HEWCoin</a:t>
            </a:r>
          </a:p>
          <a:p>
            <a:pPr algn="ctr"/>
            <a:r>
              <a:rPr sz="800" b="0" i="0">
                <a:solidFill>
                  <a:srgbClr val="555562"/>
                </a:solidFill>
                <a:latin typeface="Calibri"/>
                <a:ea typeface="Yu Gothic"/>
              </a:rPr>
              <a:t>受け取り</a:t>
            </a:r>
          </a:p>
        </p:txBody>
      </p:sp>
      <p:sp>
        <p:nvSpPr>
          <p:cNvPr id="14392" name="TextBox 14391"/>
          <p:cNvSpPr txBox="1"/>
          <p:nvPr/>
        </p:nvSpPr>
        <p:spPr>
          <a:xfrm>
            <a:off x="1384192" y="4873653"/>
            <a:ext cx="190000" cy="11098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2A900"/>
                </a:solidFill>
                <a:latin typeface="Calibri"/>
                <a:ea typeface="Yu Gothic"/>
              </a:rPr>
              <a:t>→</a:t>
            </a:r>
          </a:p>
        </p:txBody>
      </p:sp>
      <p:sp>
        <p:nvSpPr>
          <p:cNvPr id="14393" name="Oval 14392"/>
          <p:cNvSpPr/>
          <p:nvPr/>
        </p:nvSpPr>
        <p:spPr>
          <a:xfrm>
            <a:off x="1574192" y="4873653"/>
            <a:ext cx="1109872" cy="1109872"/>
          </a:xfrm>
          <a:prstGeom prst="ellipse">
            <a:avLst/>
          </a:prstGeom>
          <a:solidFill>
            <a:srgbClr val="F4F5FA"/>
          </a:solidFill>
          <a:ln w="15875">
            <a:solidFill>
              <a:srgbClr val="141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94" name="Oval 14393"/>
          <p:cNvSpPr/>
          <p:nvPr/>
        </p:nvSpPr>
        <p:spPr>
          <a:xfrm>
            <a:off x="2049218" y="5108947"/>
            <a:ext cx="159821" cy="159821"/>
          </a:xfrm>
          <a:prstGeom prst="ellipse">
            <a:avLst/>
          </a:prstGeom>
          <a:solidFill>
            <a:srgbClr val="E84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95" name="Oval 14394"/>
          <p:cNvSpPr/>
          <p:nvPr/>
        </p:nvSpPr>
        <p:spPr>
          <a:xfrm>
            <a:off x="1841451" y="5476536"/>
            <a:ext cx="159821" cy="159821"/>
          </a:xfrm>
          <a:prstGeom prst="ellipse">
            <a:avLst/>
          </a:prstGeom>
          <a:solidFill>
            <a:srgbClr val="4B4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96" name="Oval 14395"/>
          <p:cNvSpPr/>
          <p:nvPr/>
        </p:nvSpPr>
        <p:spPr>
          <a:xfrm>
            <a:off x="2256985" y="5476536"/>
            <a:ext cx="159821" cy="159821"/>
          </a:xfrm>
          <a:prstGeom prst="ellipse">
            <a:avLst/>
          </a:prstGeom>
          <a:solidFill>
            <a:srgbClr val="029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97" name="TextBox 14396"/>
          <p:cNvSpPr txBox="1"/>
          <p:nvPr/>
        </p:nvSpPr>
        <p:spPr>
          <a:xfrm>
            <a:off x="1534192" y="6023525"/>
            <a:ext cx="1189872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22222B"/>
                </a:solidFill>
                <a:latin typeface="Calibri"/>
                <a:ea typeface="Yu Gothic"/>
              </a:rPr>
              <a:t>トークン</a:t>
            </a:r>
          </a:p>
          <a:p>
            <a:pPr algn="ctr"/>
            <a:r>
              <a:rPr sz="800" b="0" i="0">
                <a:solidFill>
                  <a:srgbClr val="555562"/>
                </a:solidFill>
                <a:latin typeface="Calibri"/>
                <a:ea typeface="Yu Gothic"/>
              </a:rPr>
              <a:t>選択</a:t>
            </a:r>
          </a:p>
        </p:txBody>
      </p:sp>
      <p:sp>
        <p:nvSpPr>
          <p:cNvPr id="14398" name="TextBox 14397"/>
          <p:cNvSpPr txBox="1"/>
          <p:nvPr/>
        </p:nvSpPr>
        <p:spPr>
          <a:xfrm>
            <a:off x="2684064" y="4873653"/>
            <a:ext cx="190000" cy="11098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2A900"/>
                </a:solidFill>
                <a:latin typeface="Calibri"/>
                <a:ea typeface="Yu Gothic"/>
              </a:rPr>
              <a:t>→</a:t>
            </a:r>
          </a:p>
        </p:txBody>
      </p:sp>
      <p:sp>
        <p:nvSpPr>
          <p:cNvPr id="14399" name="Oval 14398"/>
          <p:cNvSpPr/>
          <p:nvPr/>
        </p:nvSpPr>
        <p:spPr>
          <a:xfrm>
            <a:off x="2874064" y="4873653"/>
            <a:ext cx="1109872" cy="1109872"/>
          </a:xfrm>
          <a:prstGeom prst="ellipse">
            <a:avLst/>
          </a:prstGeom>
          <a:solidFill>
            <a:srgbClr val="F4F5FA"/>
          </a:solidFill>
          <a:ln w="15875">
            <a:solidFill>
              <a:srgbClr val="141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00" name="Up Arrow 14399"/>
          <p:cNvSpPr/>
          <p:nvPr/>
        </p:nvSpPr>
        <p:spPr>
          <a:xfrm>
            <a:off x="3221233" y="5244795"/>
            <a:ext cx="175803" cy="367589"/>
          </a:xfrm>
          <a:prstGeom prst="upArrow">
            <a:avLst/>
          </a:prstGeom>
          <a:solidFill>
            <a:srgbClr val="1FA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01" name="Down Arrow 14400"/>
          <p:cNvSpPr/>
          <p:nvPr/>
        </p:nvSpPr>
        <p:spPr>
          <a:xfrm>
            <a:off x="3460964" y="5244795"/>
            <a:ext cx="175803" cy="367589"/>
          </a:xfrm>
          <a:prstGeom prst="downArrow">
            <a:avLst/>
          </a:prstGeom>
          <a:solidFill>
            <a:srgbClr val="E84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02" name="TextBox 14401"/>
          <p:cNvSpPr txBox="1"/>
          <p:nvPr/>
        </p:nvSpPr>
        <p:spPr>
          <a:xfrm>
            <a:off x="2834064" y="6023525"/>
            <a:ext cx="1189872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22222B"/>
                </a:solidFill>
                <a:latin typeface="Calibri"/>
                <a:ea typeface="Yu Gothic"/>
              </a:rPr>
              <a:t>売買</a:t>
            </a:r>
          </a:p>
          <a:p>
            <a:pPr algn="ctr"/>
            <a:r>
              <a:rPr sz="800" b="0" i="0">
                <a:solidFill>
                  <a:srgbClr val="555562"/>
                </a:solidFill>
                <a:latin typeface="Calibri"/>
                <a:ea typeface="Yu Gothic"/>
              </a:rPr>
              <a:t>(100/300/500HEW)</a:t>
            </a:r>
          </a:p>
        </p:txBody>
      </p:sp>
      <p:sp>
        <p:nvSpPr>
          <p:cNvPr id="14403" name="TextBox 14402"/>
          <p:cNvSpPr txBox="1"/>
          <p:nvPr/>
        </p:nvSpPr>
        <p:spPr>
          <a:xfrm>
            <a:off x="3983936" y="4873653"/>
            <a:ext cx="190000" cy="11098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2A900"/>
                </a:solidFill>
                <a:latin typeface="Calibri"/>
                <a:ea typeface="Yu Gothic"/>
              </a:rPr>
              <a:t>→</a:t>
            </a:r>
          </a:p>
        </p:txBody>
      </p:sp>
      <p:sp>
        <p:nvSpPr>
          <p:cNvPr id="14404" name="Oval 14403"/>
          <p:cNvSpPr/>
          <p:nvPr/>
        </p:nvSpPr>
        <p:spPr>
          <a:xfrm>
            <a:off x="4173936" y="4873653"/>
            <a:ext cx="1109872" cy="1109872"/>
          </a:xfrm>
          <a:prstGeom prst="ellipse">
            <a:avLst/>
          </a:prstGeom>
          <a:solidFill>
            <a:srgbClr val="F4F5FA"/>
          </a:solidFill>
          <a:ln w="15875">
            <a:solidFill>
              <a:srgbClr val="141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05" name="Rectangle 14404"/>
          <p:cNvSpPr/>
          <p:nvPr/>
        </p:nvSpPr>
        <p:spPr>
          <a:xfrm>
            <a:off x="4505124" y="5460554"/>
            <a:ext cx="111874" cy="223749"/>
          </a:xfrm>
          <a:prstGeom prst="rect">
            <a:avLst/>
          </a:prstGeom>
          <a:solidFill>
            <a:srgbClr val="14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06" name="Rectangle 14405"/>
          <p:cNvSpPr/>
          <p:nvPr/>
        </p:nvSpPr>
        <p:spPr>
          <a:xfrm>
            <a:off x="4672935" y="5284750"/>
            <a:ext cx="111874" cy="399553"/>
          </a:xfrm>
          <a:prstGeom prst="rect">
            <a:avLst/>
          </a:prstGeom>
          <a:solidFill>
            <a:srgbClr val="14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07" name="Rectangle 14406"/>
          <p:cNvSpPr/>
          <p:nvPr/>
        </p:nvSpPr>
        <p:spPr>
          <a:xfrm>
            <a:off x="4840746" y="5092964"/>
            <a:ext cx="111874" cy="591339"/>
          </a:xfrm>
          <a:prstGeom prst="rect">
            <a:avLst/>
          </a:prstGeom>
          <a:solidFill>
            <a:srgbClr val="14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08" name="TextBox 14407"/>
          <p:cNvSpPr txBox="1"/>
          <p:nvPr/>
        </p:nvSpPr>
        <p:spPr>
          <a:xfrm>
            <a:off x="4133936" y="6023525"/>
            <a:ext cx="1189872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22222B"/>
                </a:solidFill>
                <a:latin typeface="Calibri"/>
                <a:ea typeface="Yu Gothic"/>
              </a:rPr>
              <a:t>資産額</a:t>
            </a:r>
          </a:p>
          <a:p>
            <a:pPr algn="ctr"/>
            <a:r>
              <a:rPr sz="800" b="0" i="0">
                <a:solidFill>
                  <a:srgbClr val="555562"/>
                </a:solidFill>
                <a:latin typeface="Calibri"/>
                <a:ea typeface="Yu Gothic"/>
              </a:rPr>
              <a:t>変動</a:t>
            </a:r>
          </a:p>
        </p:txBody>
      </p:sp>
      <p:sp>
        <p:nvSpPr>
          <p:cNvPr id="14409" name="TextBox 14408"/>
          <p:cNvSpPr txBox="1"/>
          <p:nvPr/>
        </p:nvSpPr>
        <p:spPr>
          <a:xfrm>
            <a:off x="5283808" y="4873653"/>
            <a:ext cx="190000" cy="11098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2A900"/>
                </a:solidFill>
                <a:latin typeface="Calibri"/>
                <a:ea typeface="Yu Gothic"/>
              </a:rPr>
              <a:t>→</a:t>
            </a:r>
          </a:p>
        </p:txBody>
      </p:sp>
      <p:sp>
        <p:nvSpPr>
          <p:cNvPr id="14410" name="Oval 14409"/>
          <p:cNvSpPr/>
          <p:nvPr/>
        </p:nvSpPr>
        <p:spPr>
          <a:xfrm>
            <a:off x="5473808" y="4873653"/>
            <a:ext cx="1109872" cy="1109872"/>
          </a:xfrm>
          <a:prstGeom prst="ellipse">
            <a:avLst/>
          </a:prstGeom>
          <a:solidFill>
            <a:srgbClr val="F4F5FA"/>
          </a:solidFill>
          <a:ln w="15875">
            <a:solidFill>
              <a:srgbClr val="141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11" name="5-Point Star 14410"/>
          <p:cNvSpPr/>
          <p:nvPr/>
        </p:nvSpPr>
        <p:spPr>
          <a:xfrm>
            <a:off x="5804995" y="5204840"/>
            <a:ext cx="447499" cy="447499"/>
          </a:xfrm>
          <a:prstGeom prst="star5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12" name="TextBox 14411"/>
          <p:cNvSpPr txBox="1"/>
          <p:nvPr/>
        </p:nvSpPr>
        <p:spPr>
          <a:xfrm>
            <a:off x="5433808" y="6023525"/>
            <a:ext cx="1189872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22222B"/>
                </a:solidFill>
                <a:latin typeface="Calibri"/>
                <a:ea typeface="Yu Gothic"/>
              </a:rPr>
              <a:t>ランキング</a:t>
            </a:r>
          </a:p>
          <a:p>
            <a:pPr algn="ctr"/>
            <a:r>
              <a:rPr sz="800" b="0" i="0">
                <a:solidFill>
                  <a:srgbClr val="555562"/>
                </a:solidFill>
                <a:latin typeface="Calibri"/>
                <a:ea typeface="Yu Gothic"/>
              </a:rPr>
              <a:t>表示</a:t>
            </a:r>
          </a:p>
        </p:txBody>
      </p:sp>
      <p:sp>
        <p:nvSpPr>
          <p:cNvPr id="14413" name="Rounded Rectangle 14412"/>
          <p:cNvSpPr/>
          <p:nvPr/>
        </p:nvSpPr>
        <p:spPr>
          <a:xfrm>
            <a:off x="274320" y="6583525"/>
            <a:ext cx="6309360" cy="560000"/>
          </a:xfrm>
          <a:prstGeom prst="roundRect">
            <a:avLst>
              <a:gd name="adj" fmla="val 12000"/>
            </a:avLst>
          </a:prstGeom>
          <a:solidFill>
            <a:srgbClr val="14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14" name="TextBox 14413"/>
          <p:cNvSpPr txBox="1"/>
          <p:nvPr/>
        </p:nvSpPr>
        <p:spPr>
          <a:xfrm>
            <a:off x="474320" y="6583525"/>
            <a:ext cx="5909360" cy="5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2A900"/>
                </a:solidFill>
                <a:latin typeface="Calibri"/>
                <a:ea typeface="Yu Gothic"/>
              </a:rPr>
              <a:t>価格変動ロジック　</a:t>
            </a:r>
            <a:r>
              <a:rPr sz="1300" b="1" i="0">
                <a:solidFill>
                  <a:srgbClr val="FFFFFF"/>
                </a:solidFill>
                <a:latin typeface="Calibri"/>
                <a:ea typeface="Yu Gothic"/>
              </a:rPr>
              <a:t>変動率 = 売買額 ÷ 流動性 × 変動係数</a:t>
            </a:r>
          </a:p>
          <a:p>
            <a:pPr algn="ctr"/>
            <a:r>
              <a:rPr sz="1000" b="0" i="0">
                <a:solidFill>
                  <a:srgbClr val="CFD3EF"/>
                </a:solidFill>
                <a:latin typeface="Calibri"/>
                <a:ea typeface="Yu Gothic"/>
              </a:rPr>
              <a:t>1回の変動上限 8%　／　価格帯 20〜300 HEW</a:t>
            </a:r>
          </a:p>
        </p:txBody>
      </p:sp>
      <p:sp>
        <p:nvSpPr>
          <p:cNvPr id="14415" name="Rounded Rectangle 14414"/>
          <p:cNvSpPr/>
          <p:nvPr/>
        </p:nvSpPr>
        <p:spPr>
          <a:xfrm>
            <a:off x="274320" y="7363525"/>
            <a:ext cx="2011680" cy="1000000"/>
          </a:xfrm>
          <a:prstGeom prst="roundRect">
            <a:avLst>
              <a:gd name="adj" fmla="val 10000"/>
            </a:avLst>
          </a:prstGeom>
          <a:solidFill>
            <a:srgbClr val="F4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16" name="Oval 14415"/>
          <p:cNvSpPr/>
          <p:nvPr/>
        </p:nvSpPr>
        <p:spPr>
          <a:xfrm>
            <a:off x="384320" y="7453525"/>
            <a:ext cx="250000" cy="250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17" name="Display 14416"/>
          <p:cNvSpPr/>
          <p:nvPr/>
        </p:nvSpPr>
        <p:spPr>
          <a:xfrm>
            <a:off x="431820" y="7521025"/>
            <a:ext cx="155000" cy="115000"/>
          </a:xfrm>
          <a:prstGeom prst="flowChartDisplay">
            <a:avLst/>
          </a:prstGeom>
          <a:solidFill>
            <a:srgbClr val="14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18" name="TextBox 14417"/>
          <p:cNvSpPr txBox="1"/>
          <p:nvPr/>
        </p:nvSpPr>
        <p:spPr>
          <a:xfrm>
            <a:off x="694320" y="7453525"/>
            <a:ext cx="1531680" cy="2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14143D"/>
                </a:solidFill>
                <a:latin typeface="Calibri"/>
                <a:ea typeface="Yu Gothic"/>
              </a:rPr>
              <a:t>会場演出</a:t>
            </a:r>
          </a:p>
        </p:txBody>
      </p:sp>
      <p:sp>
        <p:nvSpPr>
          <p:cNvPr id="14419" name="TextBox 14418"/>
          <p:cNvSpPr txBox="1"/>
          <p:nvPr/>
        </p:nvSpPr>
        <p:spPr>
          <a:xfrm>
            <a:off x="384320" y="7783525"/>
            <a:ext cx="1791680" cy="5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22222B"/>
                </a:solidFill>
                <a:latin typeface="Calibri"/>
                <a:ea typeface="Yu Gothic"/>
              </a:rPr>
              <a:t>スマホ操作を大画面「LIVE MARKET」にリアルタイム反映</a:t>
            </a:r>
          </a:p>
        </p:txBody>
      </p:sp>
      <p:sp>
        <p:nvSpPr>
          <p:cNvPr id="14420" name="Rounded Rectangle 14419"/>
          <p:cNvSpPr/>
          <p:nvPr/>
        </p:nvSpPr>
        <p:spPr>
          <a:xfrm>
            <a:off x="2423160" y="7363525"/>
            <a:ext cx="2011680" cy="1000000"/>
          </a:xfrm>
          <a:prstGeom prst="roundRect">
            <a:avLst>
              <a:gd name="adj" fmla="val 10000"/>
            </a:avLst>
          </a:prstGeom>
          <a:solidFill>
            <a:srgbClr val="F4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21" name="Oval 14420"/>
          <p:cNvSpPr/>
          <p:nvPr/>
        </p:nvSpPr>
        <p:spPr>
          <a:xfrm>
            <a:off x="2533160" y="7453525"/>
            <a:ext cx="250000" cy="250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22" name="Cube 14421"/>
          <p:cNvSpPr/>
          <p:nvPr/>
        </p:nvSpPr>
        <p:spPr>
          <a:xfrm>
            <a:off x="2598160" y="7518525"/>
            <a:ext cx="120000" cy="120000"/>
          </a:xfrm>
          <a:prstGeom prst="cube">
            <a:avLst/>
          </a:prstGeom>
          <a:solidFill>
            <a:srgbClr val="14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23" name="TextBox 14422"/>
          <p:cNvSpPr txBox="1"/>
          <p:nvPr/>
        </p:nvSpPr>
        <p:spPr>
          <a:xfrm>
            <a:off x="2843160" y="7453525"/>
            <a:ext cx="1531680" cy="2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14143D"/>
                </a:solidFill>
                <a:latin typeface="Calibri"/>
                <a:ea typeface="Yu Gothic"/>
              </a:rPr>
              <a:t>実装範囲</a:t>
            </a:r>
          </a:p>
        </p:txBody>
      </p:sp>
      <p:sp>
        <p:nvSpPr>
          <p:cNvPr id="14424" name="TextBox 14423"/>
          <p:cNvSpPr txBox="1"/>
          <p:nvPr/>
        </p:nvSpPr>
        <p:spPr>
          <a:xfrm>
            <a:off x="2533160" y="7783525"/>
            <a:ext cx="1791680" cy="5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22222B"/>
                </a:solidFill>
                <a:latin typeface="Calibri"/>
                <a:ea typeface="Yu Gothic"/>
              </a:rPr>
              <a:t>Webアプリで実装（ブロックチェーン不使用）</a:t>
            </a:r>
          </a:p>
        </p:txBody>
      </p:sp>
      <p:sp>
        <p:nvSpPr>
          <p:cNvPr id="14425" name="Rounded Rectangle 14424"/>
          <p:cNvSpPr/>
          <p:nvPr/>
        </p:nvSpPr>
        <p:spPr>
          <a:xfrm>
            <a:off x="4572000" y="7363525"/>
            <a:ext cx="2011680" cy="1000000"/>
          </a:xfrm>
          <a:prstGeom prst="roundRect">
            <a:avLst>
              <a:gd name="adj" fmla="val 10000"/>
            </a:avLst>
          </a:prstGeom>
          <a:solidFill>
            <a:srgbClr val="F4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26" name="Oval 14425"/>
          <p:cNvSpPr/>
          <p:nvPr/>
        </p:nvSpPr>
        <p:spPr>
          <a:xfrm>
            <a:off x="4682000" y="7453525"/>
            <a:ext cx="250000" cy="250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27" name="Circular Arrow 14426"/>
          <p:cNvSpPr/>
          <p:nvPr/>
        </p:nvSpPr>
        <p:spPr>
          <a:xfrm>
            <a:off x="4744500" y="7516025"/>
            <a:ext cx="125000" cy="125000"/>
          </a:xfrm>
          <a:prstGeom prst="circularArrow">
            <a:avLst/>
          </a:prstGeom>
          <a:solidFill>
            <a:srgbClr val="14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28" name="TextBox 14427"/>
          <p:cNvSpPr txBox="1"/>
          <p:nvPr/>
        </p:nvSpPr>
        <p:spPr>
          <a:xfrm>
            <a:off x="4992000" y="7453525"/>
            <a:ext cx="1531680" cy="2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14143D"/>
                </a:solidFill>
                <a:latin typeface="Calibri"/>
                <a:ea typeface="Yu Gothic"/>
              </a:rPr>
              <a:t>展示上の配慮</a:t>
            </a:r>
          </a:p>
        </p:txBody>
      </p:sp>
      <p:sp>
        <p:nvSpPr>
          <p:cNvPr id="14429" name="TextBox 14428"/>
          <p:cNvSpPr txBox="1"/>
          <p:nvPr/>
        </p:nvSpPr>
        <p:spPr>
          <a:xfrm>
            <a:off x="4682000" y="7783525"/>
            <a:ext cx="1791680" cy="5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22222B"/>
                </a:solidFill>
                <a:latin typeface="Calibri"/>
                <a:ea typeface="Yu Gothic"/>
              </a:rPr>
              <a:t>現金交換なし・展示ごとにリセット可能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bbcec5d-06a6-42a8-add7-60721541cd5d" xsi:nil="true"/>
    <lcf76f155ced4ddcb4097134ff3c332f xmlns="48410c10-b749-43f1-9a51-deab685ab0e1">
      <Terms xmlns="http://schemas.microsoft.com/office/infopath/2007/PartnerControls"/>
    </lcf76f155ced4ddcb4097134ff3c332f>
    <ReferenceId xmlns="48410c10-b749-43f1-9a51-deab685ab0e1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8CB0B5A60767364793CB19E2CABBCD43" ma:contentTypeVersion="13" ma:contentTypeDescription="新しいドキュメントを作成します。" ma:contentTypeScope="" ma:versionID="f1a6516284b230fc992dad267b561153">
  <xsd:schema xmlns:xsd="http://www.w3.org/2001/XMLSchema" xmlns:xs="http://www.w3.org/2001/XMLSchema" xmlns:p="http://schemas.microsoft.com/office/2006/metadata/properties" xmlns:ns2="48410c10-b749-43f1-9a51-deab685ab0e1" xmlns:ns3="7bbcec5d-06a6-42a8-add7-60721541cd5d" targetNamespace="http://schemas.microsoft.com/office/2006/metadata/properties" ma:root="true" ma:fieldsID="98f3210a5c875d36b67196937c0cb450" ns2:_="" ns3:_="">
    <xsd:import namespace="48410c10-b749-43f1-9a51-deab685ab0e1"/>
    <xsd:import namespace="7bbcec5d-06a6-42a8-add7-60721541cd5d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410c10-b749-43f1-9a51-deab685ab0e1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画像タグ" ma:readOnly="false" ma:fieldId="{5cf76f15-5ced-4ddc-b409-7134ff3c332f}" ma:taxonomyMulti="true" ma:sspId="a86adb34-9094-409a-90b9-a7c5bc646ef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bcec5d-06a6-42a8-add7-60721541cd5d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14ea40eb-f2f3-4129-b48c-addf1066c9de}" ma:internalName="TaxCatchAll" ma:showField="CatchAllData" ma:web="7bbcec5d-06a6-42a8-add7-60721541cd5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E34F513-89D5-40BA-A4AA-14F716367E7A}">
  <ds:schemaRefs>
    <ds:schemaRef ds:uri="http://schemas.microsoft.com/office/2006/metadata/properties"/>
    <ds:schemaRef ds:uri="http://schemas.microsoft.com/office/infopath/2007/PartnerControls"/>
    <ds:schemaRef ds:uri="b681c2ec-7821-422b-bc40-f536d954db24"/>
    <ds:schemaRef ds:uri="e2cc94b3-fea0-4916-9259-39249b733e4f"/>
    <ds:schemaRef ds:uri="7bbcec5d-06a6-42a8-add7-60721541cd5d"/>
    <ds:schemaRef ds:uri="930c2e81-f5ee-4472-b094-e0551dd4a52a"/>
    <ds:schemaRef ds:uri="48410c10-b749-43f1-9a51-deab685ab0e1"/>
  </ds:schemaRefs>
</ds:datastoreItem>
</file>

<file path=customXml/itemProps2.xml><?xml version="1.0" encoding="utf-8"?>
<ds:datastoreItem xmlns:ds="http://schemas.openxmlformats.org/officeDocument/2006/customXml" ds:itemID="{6E15429B-60D0-4022-994D-ADBA5DA2F2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410c10-b749-43f1-9a51-deab685ab0e1"/>
    <ds:schemaRef ds:uri="7bbcec5d-06a6-42a8-add7-60721541cd5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1E0B4B1-E974-4F25-A28B-7AAD3B68F94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967</TotalTime>
  <Words>175</Words>
  <Application>Microsoft Office PowerPoint</Application>
  <PresentationFormat>On-screen Show (4:3)</PresentationFormat>
  <Paragraphs>52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テーマ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スライド 1</dc:title>
  <dc:creator>takagi.kei</dc:creator>
  <cp:lastModifiedBy>THIH12A23316 中山彩乃</cp:lastModifiedBy>
  <cp:revision>171</cp:revision>
  <dcterms:created xsi:type="dcterms:W3CDTF">2012-03-02T02:40:45Z</dcterms:created>
  <dcterms:modified xsi:type="dcterms:W3CDTF">2026-07-09T02:17:27Z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0x0101008CB0B5A60767364793CB19E2CABBCD43</vt:lpwstr>
  </property>
  <property fmtid="{D5CDD505-2E9C-101B-9397-08002B2CF9AE}" pid="3" name="MediaServiceImageTags">
    <vt:lpwstr/>
  </property>
</Properties>
</file>